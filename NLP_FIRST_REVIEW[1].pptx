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15"/>
  </p:notesMasterIdLst>
  <p:sldIdLst>
    <p:sldId id="256" r:id="rId2"/>
    <p:sldId id="257" r:id="rId3"/>
    <p:sldId id="261" r:id="rId4"/>
    <p:sldId id="262" r:id="rId5"/>
    <p:sldId id="321" r:id="rId6"/>
    <p:sldId id="322" r:id="rId7"/>
    <p:sldId id="324" r:id="rId8"/>
    <p:sldId id="314" r:id="rId9"/>
    <p:sldId id="316" r:id="rId10"/>
    <p:sldId id="319" r:id="rId11"/>
    <p:sldId id="318" r:id="rId12"/>
    <p:sldId id="271" r:id="rId13"/>
    <p:sldId id="270" r:id="rId14"/>
  </p:sldIdLst>
  <p:sldSz cx="9144000" cy="5143500" type="screen16x9"/>
  <p:notesSz cx="6858000" cy="9144000"/>
  <p:embeddedFontLst>
    <p:embeddedFont>
      <p:font typeface="Trebuchet MS" pitchFamily="34" charset="0"/>
      <p:regular r:id="rId16"/>
      <p:bold r:id="rId17"/>
      <p:italic r:id="rId18"/>
      <p:boldItalic r:id="rId19"/>
    </p:embeddedFont>
    <p:embeddedFont>
      <p:font typeface="Poppins SemiBold" charset="0"/>
      <p:regular r:id="rId20"/>
      <p:bold r:id="rId21"/>
      <p:italic r:id="rId22"/>
      <p:boldItalic r:id="rId23"/>
    </p:embeddedFont>
    <p:embeddedFont>
      <p:font typeface="Wingdings 2" pitchFamily="18" charset="2"/>
      <p:regular r:id="rId24"/>
    </p:embeddedFont>
    <p:embeddedFont>
      <p:font typeface="Poppins ExtraBold" charset="0"/>
      <p:bold r:id="rId25"/>
      <p:boldItalic r:id="rId26"/>
    </p:embeddedFont>
    <p:embeddedFont>
      <p:font typeface="Poppins" charset="0"/>
      <p:regular r:id="rId27"/>
      <p:bold r:id="rId28"/>
      <p:italic r:id="rId29"/>
      <p:boldItalic r:id="rId30"/>
    </p:embeddedFont>
    <p:embeddedFont>
      <p:font typeface="Outfit" charset="0"/>
      <p:regular r:id="rId31"/>
      <p:bold r:id="rId32"/>
    </p:embeddedFont>
    <p:embeddedFont>
      <p:font typeface="Nunito Light" charset="0"/>
      <p:regular r:id="rId33"/>
      <p: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xmlns="">
        <p14:section name="Default Section" id="{223A159D-ED49-4B70-91DD-CBF94556212F}">
          <p14:sldIdLst>
            <p14:sldId id="256"/>
            <p14:sldId id="257"/>
            <p14:sldId id="261"/>
            <p14:sldId id="262"/>
            <p14:sldId id="321"/>
            <p14:sldId id="322"/>
            <p14:sldId id="324"/>
            <p14:sldId id="314"/>
            <p14:sldId id="316"/>
            <p14:sldId id="319"/>
            <p14:sldId id="318"/>
            <p14:sldId id="271"/>
            <p14:sldId id="270"/>
          </p14:sldIdLst>
        </p14:section>
      </p14:sectionLst>
    </p:ext>
    <p:ext uri="{EFAFB233-063F-42B5-8137-9DF3F51BA10A}">
      <p15:sldGuideLst xmlns:p15="http://schemas.microsoft.com/office/powerpoint/2012/main"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39471286-A173-4940-BA39-1D596AB56303}">
  <a:tblStyle styleId="{39471286-A173-4940-BA39-1D596AB5630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2" autoAdjust="0"/>
    <p:restoredTop sz="93741" autoAdjust="0"/>
  </p:normalViewPr>
  <p:slideViewPr>
    <p:cSldViewPr snapToGrid="0">
      <p:cViewPr varScale="1">
        <p:scale>
          <a:sx n="86" d="100"/>
          <a:sy n="86" d="100"/>
        </p:scale>
        <p:origin x="-696" y="-60"/>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9"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font" Target="fonts/font1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YDIPATI VAMSI" userId="ea9eb5562ae4f420" providerId="LiveId" clId="{EF1BEE4C-433F-4434-818B-0437CBCC4411}"/>
    <pc:docChg chg="undo custSel addSld delSld modSld modSection">
      <pc:chgData name="PYDIPATI VAMSI" userId="ea9eb5562ae4f420" providerId="LiveId" clId="{EF1BEE4C-433F-4434-818B-0437CBCC4411}" dt="2023-10-24T16:33:27.447" v="116" actId="2696"/>
      <pc:docMkLst>
        <pc:docMk/>
      </pc:docMkLst>
      <pc:sldChg chg="new del">
        <pc:chgData name="PYDIPATI VAMSI" userId="ea9eb5562ae4f420" providerId="LiveId" clId="{EF1BEE4C-433F-4434-818B-0437CBCC4411}" dt="2023-10-24T16:33:27.447" v="116" actId="2696"/>
        <pc:sldMkLst>
          <pc:docMk/>
          <pc:sldMk cId="1326215987" sldId="317"/>
        </pc:sldMkLst>
      </pc:sldChg>
      <pc:sldChg chg="addSp delSp modSp new mod">
        <pc:chgData name="PYDIPATI VAMSI" userId="ea9eb5562ae4f420" providerId="LiveId" clId="{EF1BEE4C-433F-4434-818B-0437CBCC4411}" dt="2023-10-24T16:31:33.206" v="82" actId="2711"/>
        <pc:sldMkLst>
          <pc:docMk/>
          <pc:sldMk cId="3306809627" sldId="318"/>
        </pc:sldMkLst>
        <pc:spChg chg="del mod">
          <ac:chgData name="PYDIPATI VAMSI" userId="ea9eb5562ae4f420" providerId="LiveId" clId="{EF1BEE4C-433F-4434-818B-0437CBCC4411}" dt="2023-10-24T16:30:30.206" v="55" actId="478"/>
          <ac:spMkLst>
            <pc:docMk/>
            <pc:sldMk cId="3306809627" sldId="318"/>
            <ac:spMk id="2" creationId="{44D56145-477F-9599-CDFC-7EA5B6FD539C}"/>
          </ac:spMkLst>
        </pc:spChg>
        <pc:spChg chg="del mod">
          <ac:chgData name="PYDIPATI VAMSI" userId="ea9eb5562ae4f420" providerId="LiveId" clId="{EF1BEE4C-433F-4434-818B-0437CBCC4411}" dt="2023-10-24T16:30:25.079" v="53" actId="478"/>
          <ac:spMkLst>
            <pc:docMk/>
            <pc:sldMk cId="3306809627" sldId="318"/>
            <ac:spMk id="3" creationId="{AC7AB785-EA6F-57D2-D713-B430966CC4CC}"/>
          </ac:spMkLst>
        </pc:spChg>
        <pc:spChg chg="del mod">
          <ac:chgData name="PYDIPATI VAMSI" userId="ea9eb5562ae4f420" providerId="LiveId" clId="{EF1BEE4C-433F-4434-818B-0437CBCC4411}" dt="2023-10-24T16:30:33.309" v="57" actId="478"/>
          <ac:spMkLst>
            <pc:docMk/>
            <pc:sldMk cId="3306809627" sldId="318"/>
            <ac:spMk id="4" creationId="{3AF9AE4E-B406-1E1B-C530-793937CC4330}"/>
          </ac:spMkLst>
        </pc:spChg>
        <pc:spChg chg="add del mod">
          <ac:chgData name="PYDIPATI VAMSI" userId="ea9eb5562ae4f420" providerId="LiveId" clId="{EF1BEE4C-433F-4434-818B-0437CBCC4411}" dt="2023-10-24T16:31:00.990" v="64" actId="767"/>
          <ac:spMkLst>
            <pc:docMk/>
            <pc:sldMk cId="3306809627" sldId="318"/>
            <ac:spMk id="6" creationId="{D13927FA-704E-15F7-71BF-9A5B75EFB9C3}"/>
          </ac:spMkLst>
        </pc:spChg>
        <pc:spChg chg="add mod">
          <ac:chgData name="PYDIPATI VAMSI" userId="ea9eb5562ae4f420" providerId="LiveId" clId="{EF1BEE4C-433F-4434-818B-0437CBCC4411}" dt="2023-10-24T16:31:33.206" v="82" actId="2711"/>
          <ac:spMkLst>
            <pc:docMk/>
            <pc:sldMk cId="3306809627" sldId="318"/>
            <ac:spMk id="7" creationId="{9B06DF93-D57E-266B-DF64-F661733FB2E9}"/>
          </ac:spMkLst>
        </pc:spChg>
        <pc:picChg chg="add mod">
          <ac:chgData name="PYDIPATI VAMSI" userId="ea9eb5562ae4f420" providerId="LiveId" clId="{EF1BEE4C-433F-4434-818B-0437CBCC4411}" dt="2023-10-24T16:31:25.818" v="81" actId="1076"/>
          <ac:picMkLst>
            <pc:docMk/>
            <pc:sldMk cId="3306809627" sldId="318"/>
            <ac:picMk id="5" creationId="{DEF36C6E-9C9A-D57D-D961-10E101BEAA8C}"/>
          </ac:picMkLst>
        </pc:picChg>
      </pc:sldChg>
      <pc:sldChg chg="addSp delSp modSp add mod">
        <pc:chgData name="PYDIPATI VAMSI" userId="ea9eb5562ae4f420" providerId="LiveId" clId="{EF1BEE4C-433F-4434-818B-0437CBCC4411}" dt="2023-10-24T16:33:18.534" v="115" actId="1076"/>
        <pc:sldMkLst>
          <pc:docMk/>
          <pc:sldMk cId="2201888569" sldId="319"/>
        </pc:sldMkLst>
        <pc:spChg chg="del mod">
          <ac:chgData name="PYDIPATI VAMSI" userId="ea9eb5562ae4f420" providerId="LiveId" clId="{EF1BEE4C-433F-4434-818B-0437CBCC4411}" dt="2023-10-24T16:29:05.686" v="34"/>
          <ac:spMkLst>
            <pc:docMk/>
            <pc:sldMk cId="2201888569" sldId="319"/>
            <ac:spMk id="3" creationId="{A41BBA1B-0775-7371-6A8F-54B05C53B534}"/>
          </ac:spMkLst>
        </pc:spChg>
        <pc:spChg chg="add del mod">
          <ac:chgData name="PYDIPATI VAMSI" userId="ea9eb5562ae4f420" providerId="LiveId" clId="{EF1BEE4C-433F-4434-818B-0437CBCC4411}" dt="2023-10-24T16:32:11.423" v="105" actId="478"/>
          <ac:spMkLst>
            <pc:docMk/>
            <pc:sldMk cId="2201888569" sldId="319"/>
            <ac:spMk id="7" creationId="{606E4628-AB6D-F764-0E10-919415C2E0BF}"/>
          </ac:spMkLst>
        </pc:spChg>
        <pc:spChg chg="add mod">
          <ac:chgData name="PYDIPATI VAMSI" userId="ea9eb5562ae4f420" providerId="LiveId" clId="{EF1BEE4C-433F-4434-818B-0437CBCC4411}" dt="2023-10-24T16:32:16.801" v="107"/>
          <ac:spMkLst>
            <pc:docMk/>
            <pc:sldMk cId="2201888569" sldId="319"/>
            <ac:spMk id="8" creationId="{56C0C134-CE7B-C203-A892-28EB74E38812}"/>
          </ac:spMkLst>
        </pc:spChg>
        <pc:spChg chg="add del">
          <ac:chgData name="PYDIPATI VAMSI" userId="ea9eb5562ae4f420" providerId="LiveId" clId="{EF1BEE4C-433F-4434-818B-0437CBCC4411}" dt="2023-10-24T16:32:52.562" v="109" actId="22"/>
          <ac:spMkLst>
            <pc:docMk/>
            <pc:sldMk cId="2201888569" sldId="319"/>
            <ac:spMk id="10" creationId="{25D3931C-5499-9F73-77EC-96934DBE02EC}"/>
          </ac:spMkLst>
        </pc:spChg>
        <pc:spChg chg="mod">
          <ac:chgData name="PYDIPATI VAMSI" userId="ea9eb5562ae4f420" providerId="LiveId" clId="{EF1BEE4C-433F-4434-818B-0437CBCC4411}" dt="2023-10-24T16:27:39.887" v="31" actId="113"/>
          <ac:spMkLst>
            <pc:docMk/>
            <pc:sldMk cId="2201888569" sldId="319"/>
            <ac:spMk id="951" creationId="{00000000-0000-0000-0000-000000000000}"/>
          </ac:spMkLst>
        </pc:spChg>
        <pc:picChg chg="add del mod">
          <ac:chgData name="PYDIPATI VAMSI" userId="ea9eb5562ae4f420" providerId="LiveId" clId="{EF1BEE4C-433F-4434-818B-0437CBCC4411}" dt="2023-10-24T16:29:16.525" v="37" actId="478"/>
          <ac:picMkLst>
            <pc:docMk/>
            <pc:sldMk cId="2201888569" sldId="319"/>
            <ac:picMk id="4" creationId="{7713FB32-06D9-129B-EF6B-21E5F1A82303}"/>
          </ac:picMkLst>
        </pc:picChg>
        <pc:picChg chg="add del mod">
          <ac:chgData name="PYDIPATI VAMSI" userId="ea9eb5562ae4f420" providerId="LiveId" clId="{EF1BEE4C-433F-4434-818B-0437CBCC4411}" dt="2023-10-24T16:30:19.202" v="51" actId="21"/>
          <ac:picMkLst>
            <pc:docMk/>
            <pc:sldMk cId="2201888569" sldId="319"/>
            <ac:picMk id="6" creationId="{089D8F2C-0A95-49F6-3553-2465808B32EA}"/>
          </ac:picMkLst>
        </pc:picChg>
        <pc:picChg chg="add mod">
          <ac:chgData name="PYDIPATI VAMSI" userId="ea9eb5562ae4f420" providerId="LiveId" clId="{EF1BEE4C-433F-4434-818B-0437CBCC4411}" dt="2023-10-24T16:33:18.534" v="115" actId="1076"/>
          <ac:picMkLst>
            <pc:docMk/>
            <pc:sldMk cId="2201888569" sldId="319"/>
            <ac:picMk id="13" creationId="{F04C1B39-D726-3D71-7939-9572FC30F5B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1e39af41738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1e39af41738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4" name="Google Shape;564;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24e223267f4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2" name="Google Shape;832;g24e223267f4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9" name="Google Shape;949;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5" name="Google Shape;965;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60393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9" name="Google Shape;949;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41350627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9" name="Google Shape;949;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59128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6"/>
        <p:cNvGrpSpPr/>
        <p:nvPr/>
      </p:nvGrpSpPr>
      <p:grpSpPr>
        <a:xfrm>
          <a:off x="0" y="0"/>
          <a:ext cx="0" cy="0"/>
          <a:chOff x="0" y="0"/>
          <a:chExt cx="0" cy="0"/>
        </a:xfrm>
      </p:grpSpPr>
      <p:sp>
        <p:nvSpPr>
          <p:cNvPr id="1277" name="Google Shape;1277;g24f9823c0e2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8" name="Google Shape;1278;g24f9823c0e2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8"/>
        <p:cNvGrpSpPr/>
        <p:nvPr/>
      </p:nvGrpSpPr>
      <p:grpSpPr>
        <a:xfrm>
          <a:off x="0" y="0"/>
          <a:ext cx="0" cy="0"/>
          <a:chOff x="0" y="0"/>
          <a:chExt cx="0" cy="0"/>
        </a:xfrm>
      </p:grpSpPr>
      <p:sp>
        <p:nvSpPr>
          <p:cNvPr id="1259" name="Google Shape;1259;g54dda1946d_6_3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0" name="Google Shape;1260;g54dda1946d_6_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51435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95250" y="2571750"/>
            <a:ext cx="51435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400050"/>
            <a:ext cx="5105400" cy="2151126"/>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2654898"/>
            <a:ext cx="5114778" cy="825936"/>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4918459"/>
            <a:ext cx="2002464" cy="170177"/>
          </a:xfrm>
        </p:spPr>
        <p:txBody>
          <a:bodyPr/>
          <a:lstStyle>
            <a:lvl1pPr>
              <a:defRPr lang="en-US" smtClean="0">
                <a:solidFill>
                  <a:srgbClr val="FFFFFF"/>
                </a:solidFill>
              </a:defRPr>
            </a:lvl1pPr>
            <a:extLst/>
          </a:lstStyle>
          <a:p>
            <a:fld id="{F8CFA630-13BB-46C4-BD44-B2C5F9B66074}" type="datetimeFigureOut">
              <a:rPr lang="en-US" smtClean="0"/>
              <a:pPr/>
              <a:t>10/30/2023</a:t>
            </a:fld>
            <a:endParaRPr lang="en-US" dirty="0">
              <a:solidFill>
                <a:srgbClr val="FFFFFF"/>
              </a:solidFill>
            </a:endParaRPr>
          </a:p>
        </p:txBody>
      </p:sp>
      <p:sp>
        <p:nvSpPr>
          <p:cNvPr id="18" name="Footer Placeholder 17"/>
          <p:cNvSpPr>
            <a:spLocks noGrp="1"/>
          </p:cNvSpPr>
          <p:nvPr>
            <p:ph type="ftr" sz="quarter" idx="11"/>
          </p:nvPr>
        </p:nvSpPr>
        <p:spPr>
          <a:xfrm>
            <a:off x="2819400" y="4918460"/>
            <a:ext cx="2927722" cy="171450"/>
          </a:xfrm>
        </p:spPr>
        <p:txBody>
          <a:bodyPr/>
          <a:lstStyle>
            <a:lvl1pPr>
              <a:defRPr lang="en-US" dirty="0">
                <a:solidFill>
                  <a:srgbClr val="FFFFFF"/>
                </a:solidFill>
              </a:defRPr>
            </a:lvl1pPr>
            <a:extLst/>
          </a:lstStyle>
          <a:p>
            <a:endParaRPr kumimoji="0" lang="en-US" dirty="0">
              <a:solidFill>
                <a:srgbClr val="FFFFFF"/>
              </a:solidFill>
            </a:endParaRPr>
          </a:p>
        </p:txBody>
      </p:sp>
      <p:sp>
        <p:nvSpPr>
          <p:cNvPr id="29" name="Slide Number Placeholder 28"/>
          <p:cNvSpPr>
            <a:spLocks noGrp="1"/>
          </p:cNvSpPr>
          <p:nvPr>
            <p:ph type="sldNum" sz="quarter" idx="12"/>
          </p:nvPr>
        </p:nvSpPr>
        <p:spPr>
          <a:xfrm>
            <a:off x="7880884" y="4917186"/>
            <a:ext cx="588336" cy="171450"/>
          </a:xfrm>
        </p:spPr>
        <p:txBody>
          <a:bodyPr/>
          <a:lstStyle>
            <a:lvl1pPr>
              <a:defRPr lang="en-US" smtClean="0">
                <a:solidFill>
                  <a:srgbClr val="FFFFFF"/>
                </a:solidFill>
              </a:defRPr>
            </a:lvl1pPr>
            <a:extLst/>
          </a:lstStyle>
          <a:p>
            <a:fld id="{BC5217A8-0E06-4059-AC45-433E2E67A85D}" type="slidenum">
              <a:rPr kumimoji="0" lang="en-US" smtClean="0"/>
              <a:pPr/>
              <a:t>‹#›</a:t>
            </a:fld>
            <a:endParaRPr kumimoji="0" lang="en-US" dirty="0">
              <a:solidFill>
                <a:srgbClr val="FFFFFF"/>
              </a:solidFill>
            </a:endParaRPr>
          </a:p>
        </p:txBody>
      </p:sp>
    </p:spTree>
  </p:cSld>
  <p:clrMapOvr>
    <a:overrideClrMapping bg1="lt1" tx1="dk1" bg2="lt2" tx2="dk2" accent1="accent1" accent2="accent2" accent3="accent3" accent4="accent4" accent5="accent5" accent6="accent6" hlink="hlink" folHlink="folHlink"/>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8CFA630-13BB-46C4-BD44-B2C5F9B66074}" type="datetimeFigureOut">
              <a:rPr lang="en-US" smtClean="0"/>
              <a:pPr/>
              <a:t>10/30/2023</a:t>
            </a:fld>
            <a:endParaRPr lang="en-US"/>
          </a:p>
        </p:txBody>
      </p:sp>
      <p:sp>
        <p:nvSpPr>
          <p:cNvPr id="5" name="Footer Placeholder 4"/>
          <p:cNvSpPr>
            <a:spLocks noGrp="1"/>
          </p:cNvSpPr>
          <p:nvPr>
            <p:ph type="ftr" sz="quarter" idx="11"/>
          </p:nvPr>
        </p:nvSpPr>
        <p:spPr/>
        <p:txBody>
          <a:bodyPr/>
          <a:lstStyle>
            <a:extLst/>
          </a:lstStyle>
          <a:p>
            <a:endParaRPr kumimoji="0" lang="en-US"/>
          </a:p>
        </p:txBody>
      </p:sp>
      <p:sp>
        <p:nvSpPr>
          <p:cNvPr id="6" name="Slide Number Placeholder 5"/>
          <p:cNvSpPr>
            <a:spLocks noGrp="1"/>
          </p:cNvSpPr>
          <p:nvPr>
            <p:ph type="sldNum" sz="quarter" idx="12"/>
          </p:nvPr>
        </p:nvSpPr>
        <p:spPr/>
        <p:txBody>
          <a:bodyPr/>
          <a:lstStyle>
            <a:extLst/>
          </a:lstStyle>
          <a:p>
            <a:fld id="{BC5217A8-0E06-4059-AC45-433E2E67A85D}" type="slidenum">
              <a:rPr kumimoji="0" lang="en-US" smtClean="0"/>
              <a:pPr/>
              <a:t>‹#›</a:t>
            </a:fld>
            <a:endParaRPr kumimoji="0"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116378"/>
            <a:ext cx="6255488" cy="1021556"/>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428751"/>
            <a:ext cx="6255488" cy="557630"/>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4917607"/>
            <a:ext cx="2002464" cy="170177"/>
          </a:xfrm>
        </p:spPr>
        <p:txBody>
          <a:bodyPr bIns="0" anchor="b"/>
          <a:lstStyle>
            <a:lvl1pPr>
              <a:defRPr>
                <a:solidFill>
                  <a:schemeClr val="tx2"/>
                </a:solidFill>
              </a:defRPr>
            </a:lvl1pPr>
            <a:extLst/>
          </a:lstStyle>
          <a:p>
            <a:fld id="{F8CFA630-13BB-46C4-BD44-B2C5F9B66074}" type="datetimeFigureOut">
              <a:rPr lang="en-US" smtClean="0"/>
              <a:pPr/>
              <a:t>10/30/2023</a:t>
            </a:fld>
            <a:endParaRPr lang="en-US">
              <a:solidFill>
                <a:schemeClr val="tx2"/>
              </a:solidFill>
            </a:endParaRPr>
          </a:p>
        </p:txBody>
      </p:sp>
      <p:sp>
        <p:nvSpPr>
          <p:cNvPr id="5" name="Footer Placeholder 4"/>
          <p:cNvSpPr>
            <a:spLocks noGrp="1"/>
          </p:cNvSpPr>
          <p:nvPr>
            <p:ph type="ftr" sz="quarter" idx="11"/>
          </p:nvPr>
        </p:nvSpPr>
        <p:spPr>
          <a:xfrm>
            <a:off x="1735358" y="4917608"/>
            <a:ext cx="2895600" cy="171450"/>
          </a:xfrm>
        </p:spPr>
        <p:txBody>
          <a:bodyPr bIns="0" anchor="b"/>
          <a:lstStyle>
            <a:lvl1pPr>
              <a:defRPr>
                <a:solidFill>
                  <a:schemeClr val="tx2"/>
                </a:solidFill>
              </a:defRPr>
            </a:lvl1pPr>
            <a:extLst/>
          </a:lstStyle>
          <a:p>
            <a:endParaRPr kumimoji="0" lang="en-US" dirty="0">
              <a:solidFill>
                <a:schemeClr val="tx2"/>
              </a:solidFill>
            </a:endParaRPr>
          </a:p>
        </p:txBody>
      </p:sp>
      <p:sp>
        <p:nvSpPr>
          <p:cNvPr id="6" name="Slide Number Placeholder 5"/>
          <p:cNvSpPr>
            <a:spLocks noGrp="1"/>
          </p:cNvSpPr>
          <p:nvPr>
            <p:ph type="sldNum" sz="quarter" idx="12"/>
          </p:nvPr>
        </p:nvSpPr>
        <p:spPr>
          <a:xfrm>
            <a:off x="6733952" y="4916334"/>
            <a:ext cx="588336" cy="171450"/>
          </a:xfrm>
        </p:spPr>
        <p:txBody>
          <a:bodyPr/>
          <a:lstStyle>
            <a:extLst/>
          </a:lstStyle>
          <a:p>
            <a:fld id="{BC5217A8-0E06-4059-AC45-433E2E67A85D}" type="slidenum">
              <a:rPr kumimoji="0" lang="en-US" smtClean="0"/>
              <a:pPr/>
              <a:t>‹#›</a:t>
            </a:fld>
            <a:endParaRPr kumimoji="0" lang="en-US"/>
          </a:p>
        </p:txBody>
      </p:sp>
    </p:spTree>
  </p:cSld>
  <p:clrMapOvr>
    <a:overrideClrMapping bg1="lt1" tx1="dk1" bg2="lt2" tx2="dk2" accent1="accent1" accent2="accent2" accent3="accent3" accent4="accent4" accent5="accent5" accent6="accent6" hlink="hlink" folHlink="folHlink"/>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0030"/>
            <a:ext cx="7242048" cy="85725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200151"/>
            <a:ext cx="3520440" cy="3394472"/>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200151"/>
            <a:ext cx="3520440" cy="3394472"/>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F8CFA630-13BB-46C4-BD44-B2C5F9B66074}" type="datetimeFigureOut">
              <a:rPr lang="en-US" smtClean="0"/>
              <a:pPr/>
              <a:t>10/30/2023</a:t>
            </a:fld>
            <a:endParaRPr lang="en-US"/>
          </a:p>
        </p:txBody>
      </p:sp>
      <p:sp>
        <p:nvSpPr>
          <p:cNvPr id="6" name="Footer Placeholder 5"/>
          <p:cNvSpPr>
            <a:spLocks noGrp="1"/>
          </p:cNvSpPr>
          <p:nvPr>
            <p:ph type="ftr" sz="quarter" idx="11"/>
          </p:nvPr>
        </p:nvSpPr>
        <p:spPr/>
        <p:txBody>
          <a:bodyPr/>
          <a:lstStyle>
            <a:extLst/>
          </a:lstStyle>
          <a:p>
            <a:endParaRPr kumimoji="0" lang="en-US"/>
          </a:p>
        </p:txBody>
      </p:sp>
      <p:sp>
        <p:nvSpPr>
          <p:cNvPr id="7" name="Slide Number Placeholder 6"/>
          <p:cNvSpPr>
            <a:spLocks noGrp="1"/>
          </p:cNvSpPr>
          <p:nvPr>
            <p:ph type="sldNum" sz="quarter" idx="12"/>
          </p:nvPr>
        </p:nvSpPr>
        <p:spPr/>
        <p:txBody>
          <a:bodyPr/>
          <a:lstStyle>
            <a:extLst/>
          </a:lstStyle>
          <a:p>
            <a:fld id="{BC5217A8-0E06-4059-AC45-433E2E67A85D}" type="slidenum">
              <a:rPr kumimoji="0" lang="en-US" smtClean="0"/>
              <a:pPr/>
              <a:t>‹#›</a:t>
            </a:fld>
            <a:endParaRPr kumimoji="0"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40030"/>
            <a:ext cx="7242048" cy="85725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4400550"/>
            <a:ext cx="3520440" cy="3429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4400550"/>
            <a:ext cx="3520440" cy="3429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283880"/>
            <a:ext cx="3520440" cy="30861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283880"/>
            <a:ext cx="3520440" cy="30861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F8CFA630-13BB-46C4-BD44-B2C5F9B66074}" type="datetimeFigureOut">
              <a:rPr lang="en-US" smtClean="0"/>
              <a:pPr/>
              <a:t>10/30/2023</a:t>
            </a:fld>
            <a:endParaRPr lang="en-US"/>
          </a:p>
        </p:txBody>
      </p:sp>
      <p:sp>
        <p:nvSpPr>
          <p:cNvPr id="8" name="Footer Placeholder 7"/>
          <p:cNvSpPr>
            <a:spLocks noGrp="1"/>
          </p:cNvSpPr>
          <p:nvPr>
            <p:ph type="ftr" sz="quarter" idx="11"/>
          </p:nvPr>
        </p:nvSpPr>
        <p:spPr/>
        <p:txBody>
          <a:bodyPr/>
          <a:lstStyle>
            <a:extLst/>
          </a:lstStyle>
          <a:p>
            <a:endParaRPr kumimoji="0" lang="en-US"/>
          </a:p>
        </p:txBody>
      </p:sp>
      <p:sp>
        <p:nvSpPr>
          <p:cNvPr id="9" name="Slide Number Placeholder 8"/>
          <p:cNvSpPr>
            <a:spLocks noGrp="1"/>
          </p:cNvSpPr>
          <p:nvPr>
            <p:ph type="sldNum" sz="quarter" idx="12"/>
          </p:nvPr>
        </p:nvSpPr>
        <p:spPr/>
        <p:txBody>
          <a:bodyPr/>
          <a:lstStyle>
            <a:extLst/>
          </a:lstStyle>
          <a:p>
            <a:fld id="{BC5217A8-0E06-4059-AC45-433E2E67A85D}" type="slidenum">
              <a:rPr kumimoji="0" lang="en-US" smtClean="0"/>
              <a:pPr/>
              <a:t>‹#›</a:t>
            </a:fld>
            <a:endParaRPr kumimoji="0"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40030"/>
            <a:ext cx="7242048" cy="85725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F8CFA630-13BB-46C4-BD44-B2C5F9B66074}" type="datetimeFigureOut">
              <a:rPr lang="en-US" smtClean="0"/>
              <a:pPr/>
              <a:t>10/30/2023</a:t>
            </a:fld>
            <a:endParaRPr lang="en-US"/>
          </a:p>
        </p:txBody>
      </p:sp>
      <p:sp>
        <p:nvSpPr>
          <p:cNvPr id="4" name="Footer Placeholder 3"/>
          <p:cNvSpPr>
            <a:spLocks noGrp="1"/>
          </p:cNvSpPr>
          <p:nvPr>
            <p:ph type="ftr" sz="quarter" idx="11"/>
          </p:nvPr>
        </p:nvSpPr>
        <p:spPr/>
        <p:txBody>
          <a:bodyPr/>
          <a:lstStyle>
            <a:extLst/>
          </a:lstStyle>
          <a:p>
            <a:endParaRPr kumimoji="0" lang="en-US"/>
          </a:p>
        </p:txBody>
      </p:sp>
      <p:sp>
        <p:nvSpPr>
          <p:cNvPr id="5" name="Slide Number Placeholder 4"/>
          <p:cNvSpPr>
            <a:spLocks noGrp="1"/>
          </p:cNvSpPr>
          <p:nvPr>
            <p:ph type="sldNum" sz="quarter" idx="12"/>
          </p:nvPr>
        </p:nvSpPr>
        <p:spPr/>
        <p:txBody>
          <a:bodyPr/>
          <a:lstStyle>
            <a:extLst/>
          </a:lstStyle>
          <a:p>
            <a:fld id="{BC5217A8-0E06-4059-AC45-433E2E67A85D}" type="slidenum">
              <a:rPr kumimoji="0" lang="en-US" smtClean="0"/>
              <a:pPr/>
              <a:t>‹#›</a:t>
            </a:fld>
            <a:endParaRPr kumimoji="0"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F8CFA630-13BB-46C4-BD44-B2C5F9B66074}" type="datetimeFigureOut">
              <a:rPr lang="en-US" smtClean="0"/>
              <a:pPr/>
              <a:t>10/30/2023</a:t>
            </a:fld>
            <a:endParaRPr lang="en-US" dirty="0">
              <a:solidFill>
                <a:schemeClr val="tx2"/>
              </a:solidFill>
            </a:endParaRPr>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kumimoji="0" lang="en-US" dirty="0">
              <a:solidFill>
                <a:schemeClr val="tx2"/>
              </a:solidFill>
            </a:endParaRPr>
          </a:p>
        </p:txBody>
      </p:sp>
      <p:sp>
        <p:nvSpPr>
          <p:cNvPr id="4" name="Slide Number Placeholder 3"/>
          <p:cNvSpPr>
            <a:spLocks noGrp="1"/>
          </p:cNvSpPr>
          <p:nvPr>
            <p:ph type="sldNum" sz="quarter" idx="12"/>
          </p:nvPr>
        </p:nvSpPr>
        <p:spPr/>
        <p:txBody>
          <a:bodyPr/>
          <a:lstStyle>
            <a:extLst/>
          </a:lstStyle>
          <a:p>
            <a:fld id="{BC5217A8-0E06-4059-AC45-433E2E67A85D}"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5897880" cy="88011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123062"/>
            <a:ext cx="5897880" cy="451884"/>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600200"/>
            <a:ext cx="7239000" cy="3278814"/>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F8CFA630-13BB-46C4-BD44-B2C5F9B66074}" type="datetimeFigureOut">
              <a:rPr lang="en-US" smtClean="0"/>
              <a:pPr/>
              <a:t>10/30/2023</a:t>
            </a:fld>
            <a:endParaRPr lang="en-US"/>
          </a:p>
        </p:txBody>
      </p:sp>
      <p:sp>
        <p:nvSpPr>
          <p:cNvPr id="6" name="Footer Placeholder 5"/>
          <p:cNvSpPr>
            <a:spLocks noGrp="1"/>
          </p:cNvSpPr>
          <p:nvPr>
            <p:ph type="ftr" sz="quarter" idx="11"/>
          </p:nvPr>
        </p:nvSpPr>
        <p:spPr/>
        <p:txBody>
          <a:bodyPr/>
          <a:lstStyle>
            <a:extLst/>
          </a:lstStyle>
          <a:p>
            <a:endParaRPr kumimoji="0" lang="en-US"/>
          </a:p>
        </p:txBody>
      </p:sp>
      <p:sp>
        <p:nvSpPr>
          <p:cNvPr id="7" name="Slide Number Placeholder 6"/>
          <p:cNvSpPr>
            <a:spLocks noGrp="1"/>
          </p:cNvSpPr>
          <p:nvPr>
            <p:ph type="sldNum" sz="quarter" idx="12"/>
          </p:nvPr>
        </p:nvSpPr>
        <p:spPr/>
        <p:txBody>
          <a:bodyPr/>
          <a:lstStyle>
            <a:extLst/>
          </a:lstStyle>
          <a:p>
            <a:fld id="{BC5217A8-0E06-4059-AC45-433E2E67A85D}" type="slidenum">
              <a:rPr kumimoji="0" lang="en-US" smtClean="0"/>
              <a:pPr/>
              <a:t>‹#›</a:t>
            </a:fld>
            <a:endParaRPr kumimoji="0"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9" y="753501"/>
            <a:ext cx="4319527" cy="3234430"/>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7" y="749112"/>
            <a:ext cx="4319527" cy="3234430"/>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857250"/>
            <a:ext cx="3429000" cy="154305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2462726"/>
            <a:ext cx="3429000" cy="144018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F8CFA630-13BB-46C4-BD44-B2C5F9B66074}" type="datetimeFigureOut">
              <a:rPr lang="en-US" smtClean="0"/>
              <a:pPr/>
              <a:t>10/30/2023</a:t>
            </a:fld>
            <a:endParaRPr lang="en-US"/>
          </a:p>
        </p:txBody>
      </p:sp>
      <p:sp>
        <p:nvSpPr>
          <p:cNvPr id="6" name="Footer Placeholder 5"/>
          <p:cNvSpPr>
            <a:spLocks noGrp="1"/>
          </p:cNvSpPr>
          <p:nvPr>
            <p:ph type="ftr" sz="quarter" idx="11"/>
          </p:nvPr>
        </p:nvSpPr>
        <p:spPr/>
        <p:txBody>
          <a:bodyPr/>
          <a:lstStyle>
            <a:extLst/>
          </a:lstStyle>
          <a:p>
            <a:endParaRPr kumimoji="0" lang="en-US"/>
          </a:p>
        </p:txBody>
      </p:sp>
      <p:sp>
        <p:nvSpPr>
          <p:cNvPr id="7" name="Slide Number Placeholder 6"/>
          <p:cNvSpPr>
            <a:spLocks noGrp="1"/>
          </p:cNvSpPr>
          <p:nvPr>
            <p:ph type="sldNum" sz="quarter" idx="12"/>
          </p:nvPr>
        </p:nvSpPr>
        <p:spPr/>
        <p:txBody>
          <a:bodyPr/>
          <a:lstStyle>
            <a:extLst/>
          </a:lstStyle>
          <a:p>
            <a:fld id="{BC5217A8-0E06-4059-AC45-433E2E67A85D}" type="slidenum">
              <a:rPr kumimoji="0" lang="en-US" smtClean="0"/>
              <a:pPr/>
              <a:t>‹#›</a:t>
            </a:fld>
            <a:endParaRPr kumimoji="0" lang="en-US"/>
          </a:p>
        </p:txBody>
      </p:sp>
      <p:sp>
        <p:nvSpPr>
          <p:cNvPr id="10" name="Picture Placeholder 9"/>
          <p:cNvSpPr>
            <a:spLocks noGrp="1"/>
          </p:cNvSpPr>
          <p:nvPr>
            <p:ph type="pic" idx="1"/>
          </p:nvPr>
        </p:nvSpPr>
        <p:spPr>
          <a:xfrm>
            <a:off x="663682" y="780752"/>
            <a:ext cx="4206240" cy="315468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8CFA630-13BB-46C4-BD44-B2C5F9B66074}" type="datetimeFigureOut">
              <a:rPr lang="en-US" smtClean="0"/>
              <a:pPr/>
              <a:t>10/30/2023</a:t>
            </a:fld>
            <a:endParaRPr lang="en-US"/>
          </a:p>
        </p:txBody>
      </p:sp>
      <p:sp>
        <p:nvSpPr>
          <p:cNvPr id="5" name="Footer Placeholder 4"/>
          <p:cNvSpPr>
            <a:spLocks noGrp="1"/>
          </p:cNvSpPr>
          <p:nvPr>
            <p:ph type="ftr" sz="quarter" idx="11"/>
          </p:nvPr>
        </p:nvSpPr>
        <p:spPr/>
        <p:txBody>
          <a:bodyPr/>
          <a:lstStyle>
            <a:extLst/>
          </a:lstStyle>
          <a:p>
            <a:endParaRPr kumimoji="0" lang="en-US"/>
          </a:p>
        </p:txBody>
      </p:sp>
      <p:sp>
        <p:nvSpPr>
          <p:cNvPr id="6" name="Slide Number Placeholder 5"/>
          <p:cNvSpPr>
            <a:spLocks noGrp="1"/>
          </p:cNvSpPr>
          <p:nvPr>
            <p:ph type="sldNum" sz="quarter" idx="12"/>
          </p:nvPr>
        </p:nvSpPr>
        <p:spPr/>
        <p:txBody>
          <a:bodyPr/>
          <a:lstStyle>
            <a:extLst/>
          </a:lstStyle>
          <a:p>
            <a:fld id="{BC5217A8-0E06-4059-AC45-433E2E67A85D}" type="slidenum">
              <a:rPr kumimoji="0" lang="en-US" smtClean="0"/>
              <a:pPr/>
              <a:t>‹#›</a:t>
            </a:fld>
            <a:endParaRPr kumimoji="0"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06217"/>
            <a:ext cx="1524000" cy="4388644"/>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05982"/>
            <a:ext cx="6019800" cy="4388644"/>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4918459"/>
            <a:ext cx="2002464" cy="170177"/>
          </a:xfrm>
        </p:spPr>
        <p:txBody>
          <a:bodyPr/>
          <a:lstStyle>
            <a:extLst/>
          </a:lstStyle>
          <a:p>
            <a:fld id="{F8CFA630-13BB-46C4-BD44-B2C5F9B66074}" type="datetimeFigureOut">
              <a:rPr lang="en-US" smtClean="0"/>
              <a:pPr/>
              <a:t>10/30/2023</a:t>
            </a:fld>
            <a:endParaRPr lang="en-US" dirty="0"/>
          </a:p>
        </p:txBody>
      </p:sp>
      <p:sp>
        <p:nvSpPr>
          <p:cNvPr id="5" name="Footer Placeholder 4"/>
          <p:cNvSpPr>
            <a:spLocks noGrp="1"/>
          </p:cNvSpPr>
          <p:nvPr>
            <p:ph type="ftr" sz="quarter" idx="11"/>
          </p:nvPr>
        </p:nvSpPr>
        <p:spPr>
          <a:xfrm>
            <a:off x="457200" y="4917186"/>
            <a:ext cx="3657600" cy="171450"/>
          </a:xfrm>
        </p:spPr>
        <p:txBody>
          <a:bodyPr/>
          <a:lstStyle>
            <a:extLst/>
          </a:lstStyle>
          <a:p>
            <a:endParaRPr kumimoji="0" lang="en-US" dirty="0"/>
          </a:p>
        </p:txBody>
      </p:sp>
      <p:sp>
        <p:nvSpPr>
          <p:cNvPr id="6" name="Slide Number Placeholder 5"/>
          <p:cNvSpPr>
            <a:spLocks noGrp="1"/>
          </p:cNvSpPr>
          <p:nvPr>
            <p:ph type="sldNum" sz="quarter" idx="12"/>
          </p:nvPr>
        </p:nvSpPr>
        <p:spPr>
          <a:xfrm>
            <a:off x="6254496" y="4914900"/>
            <a:ext cx="588336" cy="171450"/>
          </a:xfrm>
        </p:spPr>
        <p:txBody>
          <a:bodyPr/>
          <a:lstStyle>
            <a:lvl1pPr>
              <a:defRPr>
                <a:solidFill>
                  <a:schemeClr val="tx2"/>
                </a:solidFill>
              </a:defRPr>
            </a:lvl1pPr>
            <a:extLst/>
          </a:lstStyle>
          <a:p>
            <a:fld id="{BC5217A8-0E06-4059-AC45-433E2E67A85D}" type="slidenum">
              <a:rPr kumimoji="0" lang="en-US" smtClean="0"/>
              <a:pPr/>
              <a:t>‹#›</a:t>
            </a:fld>
            <a:endParaRPr kumimoji="0" lang="en-US" dirty="0">
              <a:solidFill>
                <a:schemeClr val="tx2"/>
              </a:solidFill>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912775"/>
            <a:ext cx="4104900" cy="1588200"/>
          </a:xfrm>
          <a:prstGeom prst="rect">
            <a:avLst/>
          </a:prstGeom>
        </p:spPr>
        <p:txBody>
          <a:bodyPr spcFirstLastPara="1" wrap="square" lIns="91425" tIns="91425" rIns="91425" bIns="91425" anchor="b" anchorCtr="0">
            <a:noAutofit/>
          </a:bodyPr>
          <a:lstStyle>
            <a:lvl1pPr lvl="0" algn="l">
              <a:spcBef>
                <a:spcPts val="0"/>
              </a:spcBef>
              <a:spcAft>
                <a:spcPts val="0"/>
              </a:spcAft>
              <a:buClr>
                <a:srgbClr val="191919"/>
              </a:buClr>
              <a:buSzPts val="5200"/>
              <a:buNone/>
              <a:defRPr sz="3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576288"/>
            <a:ext cx="4319400" cy="351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txBox="1">
            <a:spLocks noGrp="1"/>
          </p:cNvSpPr>
          <p:nvPr>
            <p:ph type="subTitle" idx="2"/>
          </p:nvPr>
        </p:nvSpPr>
        <p:spPr>
          <a:xfrm>
            <a:off x="789425" y="2582200"/>
            <a:ext cx="3681000" cy="817800"/>
          </a:xfrm>
          <a:prstGeom prst="rect">
            <a:avLst/>
          </a:prstGeom>
          <a:solidFill>
            <a:schemeClr val="accent5"/>
          </a:solidFill>
          <a:ln w="9525" cap="flat" cmpd="sng">
            <a:solidFill>
              <a:schemeClr val="dk1"/>
            </a:solidFill>
            <a:prstDash val="solid"/>
            <a:round/>
            <a:headEnd type="none" w="sm" len="sm"/>
            <a:tailEnd type="none" w="sm" len="sm"/>
          </a:ln>
          <a:effectLst>
            <a:outerShdw dist="95250" dir="2400000" algn="bl" rotWithShape="0">
              <a:schemeClr val="dk1"/>
            </a:outerShdw>
          </a:effectLst>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a:buNone/>
              <a:defRPr sz="2100" b="1">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a:buNone/>
              <a:defRPr sz="2400" b="1">
                <a:latin typeface="Poppins"/>
                <a:ea typeface="Poppins"/>
                <a:cs typeface="Poppins"/>
                <a:sym typeface="Poppins"/>
              </a:defRPr>
            </a:lvl2pPr>
            <a:lvl3pPr lvl="2" algn="ctr" rtl="0">
              <a:lnSpc>
                <a:spcPct val="100000"/>
              </a:lnSpc>
              <a:spcBef>
                <a:spcPts val="0"/>
              </a:spcBef>
              <a:spcAft>
                <a:spcPts val="0"/>
              </a:spcAft>
              <a:buSzPts val="2400"/>
              <a:buFont typeface="Poppins"/>
              <a:buNone/>
              <a:defRPr sz="2400" b="1">
                <a:latin typeface="Poppins"/>
                <a:ea typeface="Poppins"/>
                <a:cs typeface="Poppins"/>
                <a:sym typeface="Poppins"/>
              </a:defRPr>
            </a:lvl3pPr>
            <a:lvl4pPr lvl="3" algn="ctr" rtl="0">
              <a:lnSpc>
                <a:spcPct val="100000"/>
              </a:lnSpc>
              <a:spcBef>
                <a:spcPts val="0"/>
              </a:spcBef>
              <a:spcAft>
                <a:spcPts val="0"/>
              </a:spcAft>
              <a:buSzPts val="2400"/>
              <a:buFont typeface="Poppins"/>
              <a:buNone/>
              <a:defRPr sz="2400" b="1">
                <a:latin typeface="Poppins"/>
                <a:ea typeface="Poppins"/>
                <a:cs typeface="Poppins"/>
                <a:sym typeface="Poppins"/>
              </a:defRPr>
            </a:lvl4pPr>
            <a:lvl5pPr lvl="4" algn="ctr" rtl="0">
              <a:lnSpc>
                <a:spcPct val="100000"/>
              </a:lnSpc>
              <a:spcBef>
                <a:spcPts val="0"/>
              </a:spcBef>
              <a:spcAft>
                <a:spcPts val="0"/>
              </a:spcAft>
              <a:buSzPts val="2400"/>
              <a:buFont typeface="Poppins"/>
              <a:buNone/>
              <a:defRPr sz="2400" b="1">
                <a:latin typeface="Poppins"/>
                <a:ea typeface="Poppins"/>
                <a:cs typeface="Poppins"/>
                <a:sym typeface="Poppins"/>
              </a:defRPr>
            </a:lvl5pPr>
            <a:lvl6pPr lvl="5" algn="ctr" rtl="0">
              <a:lnSpc>
                <a:spcPct val="100000"/>
              </a:lnSpc>
              <a:spcBef>
                <a:spcPts val="0"/>
              </a:spcBef>
              <a:spcAft>
                <a:spcPts val="0"/>
              </a:spcAft>
              <a:buSzPts val="2400"/>
              <a:buFont typeface="Poppins"/>
              <a:buNone/>
              <a:defRPr sz="2400" b="1">
                <a:latin typeface="Poppins"/>
                <a:ea typeface="Poppins"/>
                <a:cs typeface="Poppins"/>
                <a:sym typeface="Poppins"/>
              </a:defRPr>
            </a:lvl6pPr>
            <a:lvl7pPr lvl="6" algn="ctr" rtl="0">
              <a:lnSpc>
                <a:spcPct val="100000"/>
              </a:lnSpc>
              <a:spcBef>
                <a:spcPts val="0"/>
              </a:spcBef>
              <a:spcAft>
                <a:spcPts val="0"/>
              </a:spcAft>
              <a:buSzPts val="2400"/>
              <a:buFont typeface="Poppins"/>
              <a:buNone/>
              <a:defRPr sz="2400" b="1">
                <a:latin typeface="Poppins"/>
                <a:ea typeface="Poppins"/>
                <a:cs typeface="Poppins"/>
                <a:sym typeface="Poppins"/>
              </a:defRPr>
            </a:lvl7pPr>
            <a:lvl8pPr lvl="7" algn="ctr" rtl="0">
              <a:lnSpc>
                <a:spcPct val="100000"/>
              </a:lnSpc>
              <a:spcBef>
                <a:spcPts val="0"/>
              </a:spcBef>
              <a:spcAft>
                <a:spcPts val="0"/>
              </a:spcAft>
              <a:buSzPts val="2400"/>
              <a:buFont typeface="Poppins"/>
              <a:buNone/>
              <a:defRPr sz="2400" b="1">
                <a:latin typeface="Poppins"/>
                <a:ea typeface="Poppins"/>
                <a:cs typeface="Poppins"/>
                <a:sym typeface="Poppins"/>
              </a:defRPr>
            </a:lvl8pPr>
            <a:lvl9pPr lvl="8" algn="ctr" rtl="0">
              <a:lnSpc>
                <a:spcPct val="100000"/>
              </a:lnSpc>
              <a:spcBef>
                <a:spcPts val="0"/>
              </a:spcBef>
              <a:spcAft>
                <a:spcPts val="0"/>
              </a:spcAft>
              <a:buSzPts val="2400"/>
              <a:buFont typeface="Poppins"/>
              <a:buNone/>
              <a:defRPr sz="2400" b="1">
                <a:latin typeface="Poppins"/>
                <a:ea typeface="Poppins"/>
                <a:cs typeface="Poppins"/>
                <a:sym typeface="Poppins"/>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6"/>
        <p:cNvGrpSpPr/>
        <p:nvPr/>
      </p:nvGrpSpPr>
      <p:grpSpPr>
        <a:xfrm>
          <a:off x="0" y="0"/>
          <a:ext cx="0" cy="0"/>
          <a:chOff x="0" y="0"/>
          <a:chExt cx="0" cy="0"/>
        </a:xfrm>
      </p:grpSpPr>
      <p:sp>
        <p:nvSpPr>
          <p:cNvPr id="97" name="Google Shape;97;p9"/>
          <p:cNvSpPr txBox="1">
            <a:spLocks noGrp="1"/>
          </p:cNvSpPr>
          <p:nvPr>
            <p:ph type="title"/>
          </p:nvPr>
        </p:nvSpPr>
        <p:spPr>
          <a:xfrm>
            <a:off x="4785975" y="1427100"/>
            <a:ext cx="3644700" cy="834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5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98" name="Google Shape;98;p9"/>
          <p:cNvSpPr txBox="1">
            <a:spLocks noGrp="1"/>
          </p:cNvSpPr>
          <p:nvPr>
            <p:ph type="subTitle" idx="1"/>
          </p:nvPr>
        </p:nvSpPr>
        <p:spPr>
          <a:xfrm>
            <a:off x="4785975" y="2261700"/>
            <a:ext cx="3644700" cy="1454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277"/>
        <p:cNvGrpSpPr/>
        <p:nvPr/>
      </p:nvGrpSpPr>
      <p:grpSpPr>
        <a:xfrm>
          <a:off x="0" y="0"/>
          <a:ext cx="0" cy="0"/>
          <a:chOff x="0" y="0"/>
          <a:chExt cx="0" cy="0"/>
        </a:xfrm>
      </p:grpSpPr>
      <p:sp>
        <p:nvSpPr>
          <p:cNvPr id="278" name="Google Shape;278;p24"/>
          <p:cNvSpPr txBox="1">
            <a:spLocks noGrp="1"/>
          </p:cNvSpPr>
          <p:nvPr>
            <p:ph type="subTitle" idx="1"/>
          </p:nvPr>
        </p:nvSpPr>
        <p:spPr>
          <a:xfrm>
            <a:off x="4857124" y="1972425"/>
            <a:ext cx="3567000" cy="1656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9" name="Google Shape;279;p24"/>
          <p:cNvSpPr txBox="1">
            <a:spLocks noGrp="1"/>
          </p:cNvSpPr>
          <p:nvPr>
            <p:ph type="subTitle" idx="2"/>
          </p:nvPr>
        </p:nvSpPr>
        <p:spPr>
          <a:xfrm>
            <a:off x="720000" y="1972425"/>
            <a:ext cx="3567000" cy="1656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0" name="Google Shape;280;p24"/>
          <p:cNvSpPr txBox="1">
            <a:spLocks noGrp="1"/>
          </p:cNvSpPr>
          <p:nvPr>
            <p:ph type="title"/>
          </p:nvPr>
        </p:nvSpPr>
        <p:spPr>
          <a:xfrm>
            <a:off x="720000" y="532925"/>
            <a:ext cx="7704000" cy="4848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251"/>
        <p:cNvGrpSpPr/>
        <p:nvPr/>
      </p:nvGrpSpPr>
      <p:grpSpPr>
        <a:xfrm>
          <a:off x="0" y="0"/>
          <a:ext cx="0" cy="0"/>
          <a:chOff x="0" y="0"/>
          <a:chExt cx="0" cy="0"/>
        </a:xfrm>
      </p:grpSpPr>
      <p:sp>
        <p:nvSpPr>
          <p:cNvPr id="252" name="Google Shape;252;p22"/>
          <p:cNvSpPr txBox="1">
            <a:spLocks noGrp="1"/>
          </p:cNvSpPr>
          <p:nvPr>
            <p:ph type="body" idx="1"/>
          </p:nvPr>
        </p:nvSpPr>
        <p:spPr>
          <a:xfrm>
            <a:off x="2288850" y="1749150"/>
            <a:ext cx="4566300" cy="21657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4"/>
              </a:buClr>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253" name="Google Shape;253;p22"/>
          <p:cNvSpPr txBox="1">
            <a:spLocks noGrp="1"/>
          </p:cNvSpPr>
          <p:nvPr>
            <p:ph type="title"/>
          </p:nvPr>
        </p:nvSpPr>
        <p:spPr>
          <a:xfrm>
            <a:off x="720000" y="532925"/>
            <a:ext cx="7704000" cy="4848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72"/>
        <p:cNvGrpSpPr/>
        <p:nvPr/>
      </p:nvGrpSpPr>
      <p:grpSpPr>
        <a:xfrm>
          <a:off x="0" y="0"/>
          <a:ext cx="0" cy="0"/>
          <a:chOff x="0" y="0"/>
          <a:chExt cx="0" cy="0"/>
        </a:xfrm>
      </p:grpSpPr>
      <p:sp>
        <p:nvSpPr>
          <p:cNvPr id="73" name="Google Shape;73;p7"/>
          <p:cNvSpPr txBox="1">
            <a:spLocks noGrp="1"/>
          </p:cNvSpPr>
          <p:nvPr>
            <p:ph type="title"/>
          </p:nvPr>
        </p:nvSpPr>
        <p:spPr>
          <a:xfrm flipH="1">
            <a:off x="5205000" y="532925"/>
            <a:ext cx="2861400" cy="2000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4" name="Google Shape;74;p7"/>
          <p:cNvSpPr txBox="1">
            <a:spLocks noGrp="1"/>
          </p:cNvSpPr>
          <p:nvPr>
            <p:ph type="subTitle" idx="1"/>
          </p:nvPr>
        </p:nvSpPr>
        <p:spPr>
          <a:xfrm flipH="1">
            <a:off x="5205000" y="2641763"/>
            <a:ext cx="2861400" cy="1201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5" name="Google Shape;75;p7"/>
          <p:cNvSpPr>
            <a:spLocks noGrp="1"/>
          </p:cNvSpPr>
          <p:nvPr>
            <p:ph type="pic" idx="2"/>
          </p:nvPr>
        </p:nvSpPr>
        <p:spPr>
          <a:xfrm>
            <a:off x="836402" y="566775"/>
            <a:ext cx="2763000" cy="3285900"/>
          </a:xfrm>
          <a:prstGeom prst="rect">
            <a:avLst/>
          </a:prstGeom>
          <a:noFill/>
          <a:ln w="9525" cap="flat" cmpd="sng">
            <a:solidFill>
              <a:schemeClr val="dk1"/>
            </a:solidFill>
            <a:prstDash val="solid"/>
            <a:round/>
            <a:headEnd type="none" w="sm" len="sm"/>
            <a:tailEnd type="none" w="sm" len="sm"/>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06"/>
        <p:cNvGrpSpPr/>
        <p:nvPr/>
      </p:nvGrpSpPr>
      <p:grpSpPr>
        <a:xfrm>
          <a:off x="0" y="0"/>
          <a:ext cx="0" cy="0"/>
          <a:chOff x="0" y="0"/>
          <a:chExt cx="0" cy="0"/>
        </a:xfrm>
      </p:grpSpPr>
      <p:sp>
        <p:nvSpPr>
          <p:cNvPr id="107" name="Google Shape;107;p10"/>
          <p:cNvSpPr>
            <a:spLocks noGrp="1"/>
          </p:cNvSpPr>
          <p:nvPr>
            <p:ph type="pic" idx="2"/>
          </p:nvPr>
        </p:nvSpPr>
        <p:spPr>
          <a:xfrm>
            <a:off x="-25" y="-13725"/>
            <a:ext cx="9144000" cy="5157300"/>
          </a:xfrm>
          <a:prstGeom prst="rect">
            <a:avLst/>
          </a:prstGeom>
          <a:noFill/>
          <a:ln>
            <a:noFill/>
          </a:ln>
        </p:spPr>
      </p:sp>
      <p:sp>
        <p:nvSpPr>
          <p:cNvPr id="108" name="Google Shape;108;p10"/>
          <p:cNvSpPr txBox="1">
            <a:spLocks noGrp="1"/>
          </p:cNvSpPr>
          <p:nvPr>
            <p:ph type="title"/>
          </p:nvPr>
        </p:nvSpPr>
        <p:spPr>
          <a:xfrm>
            <a:off x="713225" y="532925"/>
            <a:ext cx="7717500" cy="613500"/>
          </a:xfrm>
          <a:prstGeom prst="rect">
            <a:avLst/>
          </a:prstGeom>
          <a:solidFill>
            <a:schemeClr val="lt1"/>
          </a:solidFill>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5143500"/>
          </a:xfrm>
          <a:prstGeom prst="rect">
            <a:avLst/>
          </a:prstGeom>
          <a:blipFill>
            <a:blip r:embed="rId19">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240030"/>
            <a:ext cx="7239000" cy="85725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207062"/>
            <a:ext cx="7239000" cy="363474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4918459"/>
            <a:ext cx="2002464" cy="170177"/>
          </a:xfrm>
          <a:prstGeom prst="rect">
            <a:avLst/>
          </a:prstGeom>
        </p:spPr>
        <p:txBody>
          <a:bodyPr vert="horz" tIns="0" bIns="0" anchor="b"/>
          <a:lstStyle>
            <a:lvl1pPr algn="l" eaLnBrk="1" latinLnBrk="0" hangingPunct="1">
              <a:defRPr kumimoji="0" sz="1000">
                <a:solidFill>
                  <a:schemeClr val="tx2"/>
                </a:solidFill>
              </a:defRPr>
            </a:lvl1pPr>
            <a:extLst/>
          </a:lstStyle>
          <a:p>
            <a:fld id="{F8CFA630-13BB-46C4-BD44-B2C5F9B66074}" type="datetimeFigureOut">
              <a:rPr lang="en-US" smtClean="0"/>
              <a:pPr/>
              <a:t>10/30/2023</a:t>
            </a:fld>
            <a:endParaRPr lang="en-US" sz="1000" dirty="0">
              <a:solidFill>
                <a:schemeClr val="tx2"/>
              </a:solidFill>
            </a:endParaRPr>
          </a:p>
        </p:txBody>
      </p:sp>
      <p:sp>
        <p:nvSpPr>
          <p:cNvPr id="4" name="Footer Placeholder 3"/>
          <p:cNvSpPr>
            <a:spLocks noGrp="1"/>
          </p:cNvSpPr>
          <p:nvPr>
            <p:ph type="ftr" sz="quarter" idx="3"/>
          </p:nvPr>
        </p:nvSpPr>
        <p:spPr>
          <a:xfrm>
            <a:off x="457200" y="4918460"/>
            <a:ext cx="3657600" cy="171450"/>
          </a:xfrm>
          <a:prstGeom prst="rect">
            <a:avLst/>
          </a:prstGeom>
        </p:spPr>
        <p:txBody>
          <a:bodyPr vert="horz" tIns="0" bIns="0" anchor="b"/>
          <a:lstStyle>
            <a:lvl1pPr algn="r" eaLnBrk="1" latinLnBrk="0" hangingPunct="1">
              <a:defRPr kumimoji="0" sz="1000">
                <a:solidFill>
                  <a:schemeClr val="tx2"/>
                </a:solidFill>
              </a:defRPr>
            </a:lvl1pPr>
            <a:extLst/>
          </a:lstStyle>
          <a:p>
            <a:pPr algn="r" eaLnBrk="1" latinLnBrk="0" hangingPunct="1"/>
            <a:endParaRPr kumimoji="0" lang="en-US" sz="1000" dirty="0">
              <a:solidFill>
                <a:schemeClr val="tx2"/>
              </a:solidFill>
            </a:endParaRPr>
          </a:p>
        </p:txBody>
      </p:sp>
      <p:sp>
        <p:nvSpPr>
          <p:cNvPr id="16" name="Slide Number Placeholder 15"/>
          <p:cNvSpPr>
            <a:spLocks noGrp="1"/>
          </p:cNvSpPr>
          <p:nvPr>
            <p:ph type="sldNum" sz="quarter" idx="4"/>
          </p:nvPr>
        </p:nvSpPr>
        <p:spPr>
          <a:xfrm>
            <a:off x="6251448" y="4917186"/>
            <a:ext cx="588336" cy="171450"/>
          </a:xfrm>
          <a:prstGeom prst="rect">
            <a:avLst/>
          </a:prstGeom>
        </p:spPr>
        <p:txBody>
          <a:bodyPr vert="horz" lIns="0" tIns="0" rIns="0" bIns="0" anchor="b"/>
          <a:lstStyle>
            <a:lvl1pPr algn="r" eaLnBrk="1" latinLnBrk="0" hangingPunct="1">
              <a:defRPr kumimoji="0" sz="1100">
                <a:solidFill>
                  <a:schemeClr val="tx2"/>
                </a:solidFill>
              </a:defRPr>
            </a:lvl1pPr>
            <a:extLst/>
          </a:lstStyle>
          <a:p>
            <a:pPr algn="r" eaLnBrk="1" latinLnBrk="0" hangingPunct="1"/>
            <a:fld id="{BC5217A8-0E06-4059-AC45-433E2E67A85D}" type="slidenum">
              <a:rPr kumimoji="0" lang="en-US" smtClean="0"/>
              <a:pPr algn="r" eaLnBrk="1" latinLnBrk="0" hangingPunct="1"/>
              <a:t>‹#›</a:t>
            </a:fld>
            <a:endParaRPr kumimoji="0" lang="en-US" sz="1100" dirty="0">
              <a:solidFill>
                <a:schemeClr val="tx2"/>
              </a:solidFill>
            </a:endParaRPr>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Lst>
  <p:hf hdr="0" ftr="0" dt="0"/>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39"/>
          <p:cNvSpPr txBox="1">
            <a:spLocks noGrp="1"/>
          </p:cNvSpPr>
          <p:nvPr>
            <p:ph type="ctrTitle"/>
          </p:nvPr>
        </p:nvSpPr>
        <p:spPr>
          <a:xfrm>
            <a:off x="569402" y="674277"/>
            <a:ext cx="4104900" cy="1588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sz="2400" spc="-85" dirty="0"/>
              <a:t>Computational</a:t>
            </a:r>
            <a:r>
              <a:rPr lang="en-IN" sz="2400" spc="-200" dirty="0"/>
              <a:t> </a:t>
            </a:r>
            <a:r>
              <a:rPr lang="en-IN" sz="2400" spc="-130" dirty="0"/>
              <a:t>Linguistics</a:t>
            </a:r>
            <a:r>
              <a:rPr lang="en-IN" sz="2400" spc="-200" dirty="0"/>
              <a:t> </a:t>
            </a:r>
            <a:r>
              <a:rPr lang="en-IN" sz="2400" spc="-25" dirty="0"/>
              <a:t>and </a:t>
            </a:r>
            <a:r>
              <a:rPr lang="en-IN" sz="2400" spc="-55" dirty="0"/>
              <a:t>Natural</a:t>
            </a:r>
            <a:r>
              <a:rPr lang="en-IN" sz="2400" spc="-305" dirty="0"/>
              <a:t> </a:t>
            </a:r>
            <a:r>
              <a:rPr lang="en-IN" sz="2400" spc="-30" dirty="0"/>
              <a:t>Language</a:t>
            </a:r>
            <a:r>
              <a:rPr lang="en-IN" sz="2400" spc="-305" dirty="0"/>
              <a:t> </a:t>
            </a:r>
            <a:r>
              <a:rPr lang="en-IN" sz="2400" spc="-10" dirty="0"/>
              <a:t>Processing</a:t>
            </a:r>
            <a:endParaRPr sz="2400" dirty="0">
              <a:latin typeface="Poppins SemiBold"/>
              <a:ea typeface="Poppins SemiBold"/>
              <a:cs typeface="Poppins SemiBold"/>
              <a:sym typeface="Poppins SemiBold"/>
            </a:endParaRPr>
          </a:p>
        </p:txBody>
      </p:sp>
      <p:sp>
        <p:nvSpPr>
          <p:cNvPr id="468" name="Google Shape;468;p39"/>
          <p:cNvSpPr txBox="1">
            <a:spLocks noGrp="1"/>
          </p:cNvSpPr>
          <p:nvPr>
            <p:ph type="subTitle" idx="1"/>
          </p:nvPr>
        </p:nvSpPr>
        <p:spPr>
          <a:xfrm>
            <a:off x="573876" y="3936980"/>
            <a:ext cx="4319400" cy="35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err="1" smtClean="0"/>
              <a:t>Mrs.S.Reshni</a:t>
            </a:r>
            <a:endParaRPr b="1" dirty="0"/>
          </a:p>
        </p:txBody>
      </p:sp>
      <p:sp>
        <p:nvSpPr>
          <p:cNvPr id="469" name="Google Shape;469;p39"/>
          <p:cNvSpPr txBox="1">
            <a:spLocks noGrp="1"/>
          </p:cNvSpPr>
          <p:nvPr>
            <p:ph type="subTitle" idx="2"/>
          </p:nvPr>
        </p:nvSpPr>
        <p:spPr>
          <a:xfrm>
            <a:off x="666643" y="2554255"/>
            <a:ext cx="4746445" cy="959396"/>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US" sz="2000" dirty="0">
                <a:latin typeface="Times New Roman" panose="02020603050405020304" pitchFamily="18" charset="0"/>
                <a:cs typeface="Times New Roman" panose="02020603050405020304" pitchFamily="18" charset="0"/>
              </a:rPr>
              <a:t>DISCOURSE – AWARE AUTOMATIC TEXT SUMMARIZATION</a:t>
            </a:r>
            <a:endParaRPr sz="2000" dirty="0">
              <a:latin typeface="Times New Roman" panose="02020603050405020304" pitchFamily="18" charset="0"/>
              <a:cs typeface="Times New Roman" panose="02020603050405020304" pitchFamily="18" charset="0"/>
            </a:endParaRPr>
          </a:p>
        </p:txBody>
      </p:sp>
      <p:grpSp>
        <p:nvGrpSpPr>
          <p:cNvPr id="470" name="Google Shape;470;p39"/>
          <p:cNvGrpSpPr/>
          <p:nvPr/>
        </p:nvGrpSpPr>
        <p:grpSpPr>
          <a:xfrm>
            <a:off x="5733339" y="683964"/>
            <a:ext cx="2928339" cy="3403139"/>
            <a:chOff x="5733339" y="683964"/>
            <a:chExt cx="2928339" cy="3403139"/>
          </a:xfrm>
        </p:grpSpPr>
        <p:sp>
          <p:nvSpPr>
            <p:cNvPr id="471" name="Google Shape;471;p39"/>
            <p:cNvSpPr/>
            <p:nvPr/>
          </p:nvSpPr>
          <p:spPr>
            <a:xfrm>
              <a:off x="5898678" y="801202"/>
              <a:ext cx="2763000" cy="3285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9"/>
            <p:cNvSpPr/>
            <p:nvPr/>
          </p:nvSpPr>
          <p:spPr>
            <a:xfrm>
              <a:off x="5733339" y="683964"/>
              <a:ext cx="2763000" cy="3285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3" name="Google Shape;473;p39"/>
          <p:cNvSpPr/>
          <p:nvPr/>
        </p:nvSpPr>
        <p:spPr>
          <a:xfrm>
            <a:off x="5568000" y="566725"/>
            <a:ext cx="2763000" cy="3285900"/>
          </a:xfrm>
          <a:prstGeom prst="rect">
            <a:avLst/>
          </a:pr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9"/>
          <p:cNvSpPr/>
          <p:nvPr/>
        </p:nvSpPr>
        <p:spPr>
          <a:xfrm rot="163083">
            <a:off x="5713556" y="972243"/>
            <a:ext cx="2471484" cy="2756922"/>
          </a:xfrm>
          <a:custGeom>
            <a:avLst/>
            <a:gdLst/>
            <a:ahLst/>
            <a:cxnLst/>
            <a:rect l="l" t="t" r="r" b="b"/>
            <a:pathLst>
              <a:path w="90853" h="106210" extrusionOk="0">
                <a:moveTo>
                  <a:pt x="89449" y="55410"/>
                </a:moveTo>
                <a:cubicBezTo>
                  <a:pt x="89449" y="40479"/>
                  <a:pt x="94434" y="22737"/>
                  <a:pt x="85473" y="10794"/>
                </a:cubicBezTo>
                <a:cubicBezTo>
                  <a:pt x="82315" y="6585"/>
                  <a:pt x="75559" y="4658"/>
                  <a:pt x="70454" y="5935"/>
                </a:cubicBezTo>
                <a:cubicBezTo>
                  <a:pt x="64582" y="7404"/>
                  <a:pt x="59099" y="13143"/>
                  <a:pt x="53226" y="11677"/>
                </a:cubicBezTo>
                <a:cubicBezTo>
                  <a:pt x="46704" y="10049"/>
                  <a:pt x="42078" y="3590"/>
                  <a:pt x="35557" y="1959"/>
                </a:cubicBezTo>
                <a:cubicBezTo>
                  <a:pt x="27252" y="-118"/>
                  <a:pt x="16512" y="-1755"/>
                  <a:pt x="9936" y="3726"/>
                </a:cubicBezTo>
                <a:cubicBezTo>
                  <a:pt x="21" y="11991"/>
                  <a:pt x="-2370" y="29732"/>
                  <a:pt x="2426" y="41716"/>
                </a:cubicBezTo>
                <a:cubicBezTo>
                  <a:pt x="4856" y="47788"/>
                  <a:pt x="10790" y="52213"/>
                  <a:pt x="12586" y="58502"/>
                </a:cubicBezTo>
                <a:cubicBezTo>
                  <a:pt x="15225" y="67744"/>
                  <a:pt x="7604" y="77891"/>
                  <a:pt x="9936" y="87215"/>
                </a:cubicBezTo>
                <a:cubicBezTo>
                  <a:pt x="11809" y="94705"/>
                  <a:pt x="17732" y="100748"/>
                  <a:pt x="23188" y="106210"/>
                </a:cubicBezTo>
              </a:path>
            </a:pathLst>
          </a:custGeom>
          <a:noFill/>
          <a:ln w="9525" cap="flat" cmpd="sng">
            <a:solidFill>
              <a:schemeClr val="accent6"/>
            </a:solidFill>
            <a:prstDash val="solid"/>
            <a:round/>
            <a:headEnd type="none" w="med" len="med"/>
            <a:tailEnd type="none" w="med" len="med"/>
          </a:ln>
        </p:spPr>
        <p:txBody>
          <a:bodyPr/>
          <a:lstStyle/>
          <a:p>
            <a:endParaRPr lang="en-IN"/>
          </a:p>
        </p:txBody>
      </p:sp>
      <p:sp>
        <p:nvSpPr>
          <p:cNvPr id="475" name="Google Shape;475;p39"/>
          <p:cNvSpPr/>
          <p:nvPr/>
        </p:nvSpPr>
        <p:spPr>
          <a:xfrm rot="163201">
            <a:off x="5867590" y="1144214"/>
            <a:ext cx="2163376" cy="2413310"/>
          </a:xfrm>
          <a:custGeom>
            <a:avLst/>
            <a:gdLst/>
            <a:ahLst/>
            <a:cxnLst/>
            <a:rect l="l" t="t" r="r" b="b"/>
            <a:pathLst>
              <a:path w="90853" h="106210" extrusionOk="0">
                <a:moveTo>
                  <a:pt x="89449" y="55410"/>
                </a:moveTo>
                <a:cubicBezTo>
                  <a:pt x="89449" y="40479"/>
                  <a:pt x="94434" y="22737"/>
                  <a:pt x="85473" y="10794"/>
                </a:cubicBezTo>
                <a:cubicBezTo>
                  <a:pt x="82315" y="6585"/>
                  <a:pt x="75559" y="4658"/>
                  <a:pt x="70454" y="5935"/>
                </a:cubicBezTo>
                <a:cubicBezTo>
                  <a:pt x="64582" y="7404"/>
                  <a:pt x="59099" y="13143"/>
                  <a:pt x="53226" y="11677"/>
                </a:cubicBezTo>
                <a:cubicBezTo>
                  <a:pt x="46704" y="10049"/>
                  <a:pt x="42078" y="3590"/>
                  <a:pt x="35557" y="1959"/>
                </a:cubicBezTo>
                <a:cubicBezTo>
                  <a:pt x="27252" y="-118"/>
                  <a:pt x="16512" y="-1755"/>
                  <a:pt x="9936" y="3726"/>
                </a:cubicBezTo>
                <a:cubicBezTo>
                  <a:pt x="21" y="11991"/>
                  <a:pt x="-2370" y="29732"/>
                  <a:pt x="2426" y="41716"/>
                </a:cubicBezTo>
                <a:cubicBezTo>
                  <a:pt x="4856" y="47788"/>
                  <a:pt x="10790" y="52213"/>
                  <a:pt x="12586" y="58502"/>
                </a:cubicBezTo>
                <a:cubicBezTo>
                  <a:pt x="15225" y="67744"/>
                  <a:pt x="7604" y="77891"/>
                  <a:pt x="9936" y="87215"/>
                </a:cubicBezTo>
                <a:cubicBezTo>
                  <a:pt x="11809" y="94705"/>
                  <a:pt x="17732" y="100748"/>
                  <a:pt x="23188" y="106210"/>
                </a:cubicBezTo>
              </a:path>
            </a:pathLst>
          </a:custGeom>
          <a:noFill/>
          <a:ln w="9525" cap="flat" cmpd="sng">
            <a:solidFill>
              <a:schemeClr val="accent6"/>
            </a:solidFill>
            <a:prstDash val="solid"/>
            <a:round/>
            <a:headEnd type="none" w="med" len="med"/>
            <a:tailEnd type="none" w="med" len="med"/>
          </a:ln>
        </p:spPr>
        <p:txBody>
          <a:bodyPr/>
          <a:lstStyle/>
          <a:p>
            <a:endParaRPr lang="en-IN"/>
          </a:p>
        </p:txBody>
      </p:sp>
      <p:grpSp>
        <p:nvGrpSpPr>
          <p:cNvPr id="476" name="Google Shape;476;p39"/>
          <p:cNvGrpSpPr/>
          <p:nvPr/>
        </p:nvGrpSpPr>
        <p:grpSpPr>
          <a:xfrm>
            <a:off x="5568035" y="1197730"/>
            <a:ext cx="2762927" cy="2654903"/>
            <a:chOff x="1243675" y="2976450"/>
            <a:chExt cx="2230325" cy="2143125"/>
          </a:xfrm>
        </p:grpSpPr>
        <p:sp>
          <p:nvSpPr>
            <p:cNvPr id="477" name="Google Shape;477;p39"/>
            <p:cNvSpPr/>
            <p:nvPr/>
          </p:nvSpPr>
          <p:spPr>
            <a:xfrm>
              <a:off x="3144900" y="4830875"/>
              <a:ext cx="91500" cy="288700"/>
            </a:xfrm>
            <a:custGeom>
              <a:avLst/>
              <a:gdLst/>
              <a:ahLst/>
              <a:cxnLst/>
              <a:rect l="l" t="t" r="r" b="b"/>
              <a:pathLst>
                <a:path w="3660" h="11548" extrusionOk="0">
                  <a:moveTo>
                    <a:pt x="1882" y="1"/>
                  </a:moveTo>
                  <a:cubicBezTo>
                    <a:pt x="1882" y="1"/>
                    <a:pt x="1" y="10399"/>
                    <a:pt x="902" y="11545"/>
                  </a:cubicBezTo>
                  <a:cubicBezTo>
                    <a:pt x="902" y="11545"/>
                    <a:pt x="945" y="11548"/>
                    <a:pt x="1021" y="11548"/>
                  </a:cubicBezTo>
                  <a:cubicBezTo>
                    <a:pt x="1548" y="11548"/>
                    <a:pt x="3660" y="11399"/>
                    <a:pt x="3660" y="9013"/>
                  </a:cubicBezTo>
                  <a:lnTo>
                    <a:pt x="3660" y="1173"/>
                  </a:lnTo>
                  <a:cubicBezTo>
                    <a:pt x="3660" y="1173"/>
                    <a:pt x="3541" y="1"/>
                    <a:pt x="1882"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9"/>
            <p:cNvSpPr/>
            <p:nvPr/>
          </p:nvSpPr>
          <p:spPr>
            <a:xfrm>
              <a:off x="1283975" y="4020325"/>
              <a:ext cx="2190025" cy="1067625"/>
            </a:xfrm>
            <a:custGeom>
              <a:avLst/>
              <a:gdLst/>
              <a:ahLst/>
              <a:cxnLst/>
              <a:rect l="l" t="t" r="r" b="b"/>
              <a:pathLst>
                <a:path w="87601" h="42705" extrusionOk="0">
                  <a:moveTo>
                    <a:pt x="31739" y="1"/>
                  </a:moveTo>
                  <a:lnTo>
                    <a:pt x="20249" y="33651"/>
                  </a:lnTo>
                  <a:lnTo>
                    <a:pt x="0" y="33651"/>
                  </a:lnTo>
                  <a:lnTo>
                    <a:pt x="0" y="42704"/>
                  </a:lnTo>
                  <a:lnTo>
                    <a:pt x="75096" y="42704"/>
                  </a:lnTo>
                  <a:cubicBezTo>
                    <a:pt x="76036" y="42704"/>
                    <a:pt x="76796" y="41942"/>
                    <a:pt x="76796" y="41004"/>
                  </a:cubicBezTo>
                  <a:lnTo>
                    <a:pt x="76796" y="33651"/>
                  </a:lnTo>
                  <a:lnTo>
                    <a:pt x="87600"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9"/>
            <p:cNvSpPr/>
            <p:nvPr/>
          </p:nvSpPr>
          <p:spPr>
            <a:xfrm>
              <a:off x="1283975" y="4860200"/>
              <a:ext cx="1919925" cy="227750"/>
            </a:xfrm>
            <a:custGeom>
              <a:avLst/>
              <a:gdLst/>
              <a:ahLst/>
              <a:cxnLst/>
              <a:rect l="l" t="t" r="r" b="b"/>
              <a:pathLst>
                <a:path w="76797" h="9110" extrusionOk="0">
                  <a:moveTo>
                    <a:pt x="0" y="0"/>
                  </a:moveTo>
                  <a:lnTo>
                    <a:pt x="0" y="9109"/>
                  </a:lnTo>
                  <a:lnTo>
                    <a:pt x="76685" y="9109"/>
                  </a:lnTo>
                  <a:cubicBezTo>
                    <a:pt x="76747" y="9109"/>
                    <a:pt x="76796" y="9059"/>
                    <a:pt x="76796" y="8998"/>
                  </a:cubicBezTo>
                  <a:lnTo>
                    <a:pt x="76796" y="88"/>
                  </a:lnTo>
                  <a:cubicBezTo>
                    <a:pt x="76796" y="40"/>
                    <a:pt x="76758" y="0"/>
                    <a:pt x="76710" y="0"/>
                  </a:cubicBezTo>
                  <a:close/>
                </a:path>
              </a:pathLst>
            </a:custGeom>
            <a:solidFill>
              <a:schemeClr val="accent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9"/>
            <p:cNvSpPr/>
            <p:nvPr/>
          </p:nvSpPr>
          <p:spPr>
            <a:xfrm>
              <a:off x="1243675" y="5087925"/>
              <a:ext cx="1923800" cy="31575"/>
            </a:xfrm>
            <a:custGeom>
              <a:avLst/>
              <a:gdLst/>
              <a:ahLst/>
              <a:cxnLst/>
              <a:rect l="l" t="t" r="r" b="b"/>
              <a:pathLst>
                <a:path w="76952" h="1263" extrusionOk="0">
                  <a:moveTo>
                    <a:pt x="0" y="0"/>
                  </a:moveTo>
                  <a:lnTo>
                    <a:pt x="0" y="1263"/>
                  </a:lnTo>
                  <a:lnTo>
                    <a:pt x="76951" y="1263"/>
                  </a:lnTo>
                  <a:lnTo>
                    <a:pt x="76951"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9"/>
            <p:cNvSpPr/>
            <p:nvPr/>
          </p:nvSpPr>
          <p:spPr>
            <a:xfrm>
              <a:off x="1832825" y="3964300"/>
              <a:ext cx="1575850" cy="895925"/>
            </a:xfrm>
            <a:custGeom>
              <a:avLst/>
              <a:gdLst/>
              <a:ahLst/>
              <a:cxnLst/>
              <a:rect l="l" t="t" r="r" b="b"/>
              <a:pathLst>
                <a:path w="63034" h="35837" extrusionOk="0">
                  <a:moveTo>
                    <a:pt x="9089" y="1"/>
                  </a:moveTo>
                  <a:cubicBezTo>
                    <a:pt x="9089" y="1"/>
                    <a:pt x="1" y="10773"/>
                    <a:pt x="1602" y="35698"/>
                  </a:cubicBezTo>
                  <a:lnTo>
                    <a:pt x="53683" y="35836"/>
                  </a:lnTo>
                  <a:cubicBezTo>
                    <a:pt x="53683" y="11675"/>
                    <a:pt x="63034" y="1"/>
                    <a:pt x="63034" y="1"/>
                  </a:cubicBezTo>
                  <a:close/>
                </a:path>
              </a:pathLst>
            </a:custGeom>
            <a:solidFill>
              <a:schemeClr val="accent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9"/>
            <p:cNvSpPr/>
            <p:nvPr/>
          </p:nvSpPr>
          <p:spPr>
            <a:xfrm>
              <a:off x="1529300" y="4860200"/>
              <a:ext cx="1645625" cy="25"/>
            </a:xfrm>
            <a:custGeom>
              <a:avLst/>
              <a:gdLst/>
              <a:ahLst/>
              <a:cxnLst/>
              <a:rect l="l" t="t" r="r" b="b"/>
              <a:pathLst>
                <a:path w="65825" h="1" fill="none" extrusionOk="0">
                  <a:moveTo>
                    <a:pt x="65824" y="0"/>
                  </a:moveTo>
                  <a:lnTo>
                    <a:pt x="0" y="0"/>
                  </a:lnTo>
                </a:path>
              </a:pathLst>
            </a:custGeom>
            <a:noFill/>
            <a:ln w="19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9"/>
            <p:cNvSpPr/>
            <p:nvPr/>
          </p:nvSpPr>
          <p:spPr>
            <a:xfrm>
              <a:off x="2184475" y="4860200"/>
              <a:ext cx="97800" cy="227750"/>
            </a:xfrm>
            <a:custGeom>
              <a:avLst/>
              <a:gdLst/>
              <a:ahLst/>
              <a:cxnLst/>
              <a:rect l="l" t="t" r="r" b="b"/>
              <a:pathLst>
                <a:path w="3912" h="9110" fill="none" extrusionOk="0">
                  <a:moveTo>
                    <a:pt x="1" y="0"/>
                  </a:moveTo>
                  <a:cubicBezTo>
                    <a:pt x="1" y="0"/>
                    <a:pt x="3911" y="4975"/>
                    <a:pt x="1" y="9109"/>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9"/>
            <p:cNvSpPr/>
            <p:nvPr/>
          </p:nvSpPr>
          <p:spPr>
            <a:xfrm>
              <a:off x="2942550" y="4032075"/>
              <a:ext cx="218800" cy="767650"/>
            </a:xfrm>
            <a:custGeom>
              <a:avLst/>
              <a:gdLst/>
              <a:ahLst/>
              <a:cxnLst/>
              <a:rect l="l" t="t" r="r" b="b"/>
              <a:pathLst>
                <a:path w="8752" h="30706" fill="none" extrusionOk="0">
                  <a:moveTo>
                    <a:pt x="8752" y="1"/>
                  </a:moveTo>
                  <a:cubicBezTo>
                    <a:pt x="8752" y="1"/>
                    <a:pt x="0" y="11956"/>
                    <a:pt x="4124" y="30705"/>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9"/>
            <p:cNvSpPr/>
            <p:nvPr/>
          </p:nvSpPr>
          <p:spPr>
            <a:xfrm>
              <a:off x="2441150" y="4032075"/>
              <a:ext cx="505925" cy="496350"/>
            </a:xfrm>
            <a:custGeom>
              <a:avLst/>
              <a:gdLst/>
              <a:ahLst/>
              <a:cxnLst/>
              <a:rect l="l" t="t" r="r" b="b"/>
              <a:pathLst>
                <a:path w="20237" h="19854" fill="none" extrusionOk="0">
                  <a:moveTo>
                    <a:pt x="20236" y="1"/>
                  </a:moveTo>
                  <a:lnTo>
                    <a:pt x="2809" y="1"/>
                  </a:lnTo>
                  <a:cubicBezTo>
                    <a:pt x="2809" y="1"/>
                    <a:pt x="0" y="7853"/>
                    <a:pt x="152" y="19853"/>
                  </a:cubicBezTo>
                  <a:lnTo>
                    <a:pt x="16479" y="19853"/>
                  </a:lnTo>
                  <a:cubicBezTo>
                    <a:pt x="16479" y="19853"/>
                    <a:pt x="16584" y="8005"/>
                    <a:pt x="20236" y="1"/>
                  </a:cubicBez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9"/>
            <p:cNvSpPr/>
            <p:nvPr/>
          </p:nvSpPr>
          <p:spPr>
            <a:xfrm>
              <a:off x="2855725" y="4596425"/>
              <a:ext cx="49225" cy="203300"/>
            </a:xfrm>
            <a:custGeom>
              <a:avLst/>
              <a:gdLst/>
              <a:ahLst/>
              <a:cxnLst/>
              <a:rect l="l" t="t" r="r" b="b"/>
              <a:pathLst>
                <a:path w="1969" h="8132" fill="none" extrusionOk="0">
                  <a:moveTo>
                    <a:pt x="1" y="0"/>
                  </a:moveTo>
                  <a:cubicBezTo>
                    <a:pt x="1" y="0"/>
                    <a:pt x="311" y="5141"/>
                    <a:pt x="1968" y="813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9"/>
            <p:cNvSpPr/>
            <p:nvPr/>
          </p:nvSpPr>
          <p:spPr>
            <a:xfrm>
              <a:off x="2703025" y="4596425"/>
              <a:ext cx="50700" cy="203300"/>
            </a:xfrm>
            <a:custGeom>
              <a:avLst/>
              <a:gdLst/>
              <a:ahLst/>
              <a:cxnLst/>
              <a:rect l="l" t="t" r="r" b="b"/>
              <a:pathLst>
                <a:path w="2028" h="8132" fill="none" extrusionOk="0">
                  <a:moveTo>
                    <a:pt x="0" y="0"/>
                  </a:moveTo>
                  <a:cubicBezTo>
                    <a:pt x="0" y="0"/>
                    <a:pt x="477" y="4609"/>
                    <a:pt x="2027" y="813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9"/>
            <p:cNvSpPr/>
            <p:nvPr/>
          </p:nvSpPr>
          <p:spPr>
            <a:xfrm>
              <a:off x="2565925" y="4596425"/>
              <a:ext cx="58150" cy="203300"/>
            </a:xfrm>
            <a:custGeom>
              <a:avLst/>
              <a:gdLst/>
              <a:ahLst/>
              <a:cxnLst/>
              <a:rect l="l" t="t" r="r" b="b"/>
              <a:pathLst>
                <a:path w="2326" h="8132" fill="none" extrusionOk="0">
                  <a:moveTo>
                    <a:pt x="1" y="0"/>
                  </a:moveTo>
                  <a:cubicBezTo>
                    <a:pt x="1" y="0"/>
                    <a:pt x="418" y="4847"/>
                    <a:pt x="2326" y="813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9"/>
            <p:cNvSpPr/>
            <p:nvPr/>
          </p:nvSpPr>
          <p:spPr>
            <a:xfrm>
              <a:off x="2245975" y="4032075"/>
              <a:ext cx="172850" cy="767650"/>
            </a:xfrm>
            <a:custGeom>
              <a:avLst/>
              <a:gdLst/>
              <a:ahLst/>
              <a:cxnLst/>
              <a:rect l="l" t="t" r="r" b="b"/>
              <a:pathLst>
                <a:path w="6914" h="30706" fill="none" extrusionOk="0">
                  <a:moveTo>
                    <a:pt x="6914" y="1"/>
                  </a:moveTo>
                  <a:cubicBezTo>
                    <a:pt x="6914" y="1"/>
                    <a:pt x="0" y="12556"/>
                    <a:pt x="4246" y="30705"/>
                  </a:cubicBezTo>
                </a:path>
              </a:pathLst>
            </a:custGeom>
            <a:noFill/>
            <a:ln w="19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9"/>
            <p:cNvSpPr/>
            <p:nvPr/>
          </p:nvSpPr>
          <p:spPr>
            <a:xfrm>
              <a:off x="2100775" y="4020325"/>
              <a:ext cx="169425" cy="779400"/>
            </a:xfrm>
            <a:custGeom>
              <a:avLst/>
              <a:gdLst/>
              <a:ahLst/>
              <a:cxnLst/>
              <a:rect l="l" t="t" r="r" b="b"/>
              <a:pathLst>
                <a:path w="6777" h="31176" fill="none" extrusionOk="0">
                  <a:moveTo>
                    <a:pt x="6776" y="1"/>
                  </a:moveTo>
                  <a:cubicBezTo>
                    <a:pt x="6776" y="1"/>
                    <a:pt x="1" y="16505"/>
                    <a:pt x="5727" y="31175"/>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9"/>
            <p:cNvSpPr/>
            <p:nvPr/>
          </p:nvSpPr>
          <p:spPr>
            <a:xfrm>
              <a:off x="1998150" y="4032075"/>
              <a:ext cx="123250" cy="564375"/>
            </a:xfrm>
            <a:custGeom>
              <a:avLst/>
              <a:gdLst/>
              <a:ahLst/>
              <a:cxnLst/>
              <a:rect l="l" t="t" r="r" b="b"/>
              <a:pathLst>
                <a:path w="4930" h="22575" fill="none" extrusionOk="0">
                  <a:moveTo>
                    <a:pt x="4929" y="1"/>
                  </a:moveTo>
                  <a:cubicBezTo>
                    <a:pt x="4929" y="1"/>
                    <a:pt x="1" y="6730"/>
                    <a:pt x="1691" y="22574"/>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9"/>
            <p:cNvSpPr/>
            <p:nvPr/>
          </p:nvSpPr>
          <p:spPr>
            <a:xfrm>
              <a:off x="3188075" y="4135975"/>
              <a:ext cx="124525" cy="482650"/>
            </a:xfrm>
            <a:custGeom>
              <a:avLst/>
              <a:gdLst/>
              <a:ahLst/>
              <a:cxnLst/>
              <a:rect l="l" t="t" r="r" b="b"/>
              <a:pathLst>
                <a:path w="4981" h="19306" fill="none" extrusionOk="0">
                  <a:moveTo>
                    <a:pt x="1" y="19306"/>
                  </a:moveTo>
                  <a:cubicBezTo>
                    <a:pt x="1" y="19306"/>
                    <a:pt x="529" y="10770"/>
                    <a:pt x="4980" y="0"/>
                  </a:cubicBezTo>
                </a:path>
              </a:pathLst>
            </a:custGeom>
            <a:noFill/>
            <a:ln w="19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9"/>
            <p:cNvSpPr/>
            <p:nvPr/>
          </p:nvSpPr>
          <p:spPr>
            <a:xfrm>
              <a:off x="2565925" y="5035150"/>
              <a:ext cx="503575" cy="25"/>
            </a:xfrm>
            <a:custGeom>
              <a:avLst/>
              <a:gdLst/>
              <a:ahLst/>
              <a:cxnLst/>
              <a:rect l="l" t="t" r="r" b="b"/>
              <a:pathLst>
                <a:path w="20143" h="1" fill="none" extrusionOk="0">
                  <a:moveTo>
                    <a:pt x="20142" y="1"/>
                  </a:moveTo>
                  <a:lnTo>
                    <a:pt x="1" y="1"/>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9"/>
            <p:cNvSpPr/>
            <p:nvPr/>
          </p:nvSpPr>
          <p:spPr>
            <a:xfrm>
              <a:off x="2302375" y="4928550"/>
              <a:ext cx="210550" cy="25"/>
            </a:xfrm>
            <a:custGeom>
              <a:avLst/>
              <a:gdLst/>
              <a:ahLst/>
              <a:cxnLst/>
              <a:rect l="l" t="t" r="r" b="b"/>
              <a:pathLst>
                <a:path w="8422" h="1" fill="none" extrusionOk="0">
                  <a:moveTo>
                    <a:pt x="8421" y="1"/>
                  </a:moveTo>
                  <a:lnTo>
                    <a:pt x="0" y="1"/>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9"/>
            <p:cNvSpPr/>
            <p:nvPr/>
          </p:nvSpPr>
          <p:spPr>
            <a:xfrm>
              <a:off x="1620225" y="4981675"/>
              <a:ext cx="320050" cy="25"/>
            </a:xfrm>
            <a:custGeom>
              <a:avLst/>
              <a:gdLst/>
              <a:ahLst/>
              <a:cxnLst/>
              <a:rect l="l" t="t" r="r" b="b"/>
              <a:pathLst>
                <a:path w="12802" h="1" fill="none" extrusionOk="0">
                  <a:moveTo>
                    <a:pt x="0" y="1"/>
                  </a:moveTo>
                  <a:lnTo>
                    <a:pt x="12801" y="1"/>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9"/>
            <p:cNvSpPr/>
            <p:nvPr/>
          </p:nvSpPr>
          <p:spPr>
            <a:xfrm>
              <a:off x="2127600" y="3171800"/>
              <a:ext cx="225575" cy="307375"/>
            </a:xfrm>
            <a:custGeom>
              <a:avLst/>
              <a:gdLst/>
              <a:ahLst/>
              <a:cxnLst/>
              <a:rect l="l" t="t" r="r" b="b"/>
              <a:pathLst>
                <a:path w="9023" h="12295" extrusionOk="0">
                  <a:moveTo>
                    <a:pt x="5188" y="1"/>
                  </a:moveTo>
                  <a:cubicBezTo>
                    <a:pt x="2510" y="1"/>
                    <a:pt x="2022" y="1827"/>
                    <a:pt x="2022" y="1827"/>
                  </a:cubicBezTo>
                  <a:lnTo>
                    <a:pt x="1729" y="2968"/>
                  </a:lnTo>
                  <a:cubicBezTo>
                    <a:pt x="1729" y="2968"/>
                    <a:pt x="1591" y="2868"/>
                    <a:pt x="1397" y="2868"/>
                  </a:cubicBezTo>
                  <a:cubicBezTo>
                    <a:pt x="1138" y="2868"/>
                    <a:pt x="780" y="3045"/>
                    <a:pt x="508" y="3871"/>
                  </a:cubicBezTo>
                  <a:cubicBezTo>
                    <a:pt x="0" y="5408"/>
                    <a:pt x="1057" y="5589"/>
                    <a:pt x="1057" y="5589"/>
                  </a:cubicBezTo>
                  <a:cubicBezTo>
                    <a:pt x="1057" y="5589"/>
                    <a:pt x="1146" y="5606"/>
                    <a:pt x="1253" y="5606"/>
                  </a:cubicBezTo>
                  <a:cubicBezTo>
                    <a:pt x="1286" y="5606"/>
                    <a:pt x="1321" y="5605"/>
                    <a:pt x="1355" y="5600"/>
                  </a:cubicBezTo>
                  <a:lnTo>
                    <a:pt x="1355" y="5600"/>
                  </a:lnTo>
                  <a:lnTo>
                    <a:pt x="315" y="11063"/>
                  </a:lnTo>
                  <a:cubicBezTo>
                    <a:pt x="315" y="11063"/>
                    <a:pt x="684" y="11939"/>
                    <a:pt x="2442" y="12227"/>
                  </a:cubicBezTo>
                  <a:cubicBezTo>
                    <a:pt x="2736" y="12275"/>
                    <a:pt x="3005" y="12295"/>
                    <a:pt x="3249" y="12295"/>
                  </a:cubicBezTo>
                  <a:cubicBezTo>
                    <a:pt x="4362" y="12295"/>
                    <a:pt x="4937" y="11880"/>
                    <a:pt x="4937" y="11880"/>
                  </a:cubicBezTo>
                  <a:lnTo>
                    <a:pt x="5325" y="9196"/>
                  </a:lnTo>
                  <a:cubicBezTo>
                    <a:pt x="5667" y="9294"/>
                    <a:pt x="5986" y="9338"/>
                    <a:pt x="6281" y="9338"/>
                  </a:cubicBezTo>
                  <a:cubicBezTo>
                    <a:pt x="7815" y="9338"/>
                    <a:pt x="8697" y="8130"/>
                    <a:pt x="8821" y="6829"/>
                  </a:cubicBezTo>
                  <a:cubicBezTo>
                    <a:pt x="8945" y="5524"/>
                    <a:pt x="9023" y="2845"/>
                    <a:pt x="9023" y="2845"/>
                  </a:cubicBezTo>
                  <a:cubicBezTo>
                    <a:pt x="9023" y="2845"/>
                    <a:pt x="8912" y="463"/>
                    <a:pt x="6168" y="74"/>
                  </a:cubicBezTo>
                  <a:cubicBezTo>
                    <a:pt x="5812" y="23"/>
                    <a:pt x="5487" y="1"/>
                    <a:pt x="5188" y="1"/>
                  </a:cubicBezTo>
                  <a:close/>
                </a:path>
              </a:pathLst>
            </a:custGeom>
            <a:solidFill>
              <a:srgbClr val="CDB19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9"/>
            <p:cNvSpPr/>
            <p:nvPr/>
          </p:nvSpPr>
          <p:spPr>
            <a:xfrm>
              <a:off x="2326875" y="3253475"/>
              <a:ext cx="51100" cy="26625"/>
            </a:xfrm>
            <a:custGeom>
              <a:avLst/>
              <a:gdLst/>
              <a:ahLst/>
              <a:cxnLst/>
              <a:rect l="l" t="t" r="r" b="b"/>
              <a:pathLst>
                <a:path w="2044" h="1065" extrusionOk="0">
                  <a:moveTo>
                    <a:pt x="663" y="0"/>
                  </a:moveTo>
                  <a:cubicBezTo>
                    <a:pt x="605" y="0"/>
                    <a:pt x="547" y="5"/>
                    <a:pt x="490" y="5"/>
                  </a:cubicBezTo>
                  <a:cubicBezTo>
                    <a:pt x="405" y="15"/>
                    <a:pt x="320" y="27"/>
                    <a:pt x="236" y="44"/>
                  </a:cubicBezTo>
                  <a:cubicBezTo>
                    <a:pt x="95" y="71"/>
                    <a:pt x="0" y="217"/>
                    <a:pt x="24" y="367"/>
                  </a:cubicBezTo>
                  <a:cubicBezTo>
                    <a:pt x="44" y="502"/>
                    <a:pt x="149" y="597"/>
                    <a:pt x="270" y="597"/>
                  </a:cubicBezTo>
                  <a:cubicBezTo>
                    <a:pt x="278" y="597"/>
                    <a:pt x="285" y="597"/>
                    <a:pt x="292" y="596"/>
                  </a:cubicBezTo>
                  <a:lnTo>
                    <a:pt x="313" y="594"/>
                  </a:lnTo>
                  <a:cubicBezTo>
                    <a:pt x="438" y="582"/>
                    <a:pt x="562" y="565"/>
                    <a:pt x="684" y="565"/>
                  </a:cubicBezTo>
                  <a:cubicBezTo>
                    <a:pt x="696" y="565"/>
                    <a:pt x="707" y="565"/>
                    <a:pt x="719" y="566"/>
                  </a:cubicBezTo>
                  <a:cubicBezTo>
                    <a:pt x="730" y="565"/>
                    <a:pt x="742" y="565"/>
                    <a:pt x="753" y="565"/>
                  </a:cubicBezTo>
                  <a:cubicBezTo>
                    <a:pt x="874" y="565"/>
                    <a:pt x="994" y="583"/>
                    <a:pt x="1111" y="610"/>
                  </a:cubicBezTo>
                  <a:cubicBezTo>
                    <a:pt x="1240" y="640"/>
                    <a:pt x="1363" y="694"/>
                    <a:pt x="1481" y="760"/>
                  </a:cubicBezTo>
                  <a:cubicBezTo>
                    <a:pt x="1598" y="824"/>
                    <a:pt x="1716" y="921"/>
                    <a:pt x="1806" y="1012"/>
                  </a:cubicBezTo>
                  <a:lnTo>
                    <a:pt x="1822" y="1029"/>
                  </a:lnTo>
                  <a:cubicBezTo>
                    <a:pt x="1846" y="1053"/>
                    <a:pt x="1876" y="1065"/>
                    <a:pt x="1906" y="1065"/>
                  </a:cubicBezTo>
                  <a:cubicBezTo>
                    <a:pt x="1940" y="1065"/>
                    <a:pt x="1974" y="1050"/>
                    <a:pt x="1999" y="1020"/>
                  </a:cubicBezTo>
                  <a:cubicBezTo>
                    <a:pt x="2036" y="979"/>
                    <a:pt x="2043" y="918"/>
                    <a:pt x="2022" y="869"/>
                  </a:cubicBezTo>
                  <a:lnTo>
                    <a:pt x="2023" y="869"/>
                  </a:lnTo>
                  <a:cubicBezTo>
                    <a:pt x="1944" y="684"/>
                    <a:pt x="1837" y="546"/>
                    <a:pt x="1706" y="420"/>
                  </a:cubicBezTo>
                  <a:cubicBezTo>
                    <a:pt x="1577" y="294"/>
                    <a:pt x="1423" y="199"/>
                    <a:pt x="1261" y="125"/>
                  </a:cubicBezTo>
                  <a:cubicBezTo>
                    <a:pt x="1096" y="61"/>
                    <a:pt x="924" y="15"/>
                    <a:pt x="750" y="5"/>
                  </a:cubicBezTo>
                  <a:cubicBezTo>
                    <a:pt x="721" y="1"/>
                    <a:pt x="692" y="0"/>
                    <a:pt x="6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9"/>
            <p:cNvSpPr/>
            <p:nvPr/>
          </p:nvSpPr>
          <p:spPr>
            <a:xfrm>
              <a:off x="2313375" y="3284625"/>
              <a:ext cx="61475" cy="36800"/>
            </a:xfrm>
            <a:custGeom>
              <a:avLst/>
              <a:gdLst/>
              <a:ahLst/>
              <a:cxnLst/>
              <a:rect l="l" t="t" r="r" b="b"/>
              <a:pathLst>
                <a:path w="2459" h="1472" extrusionOk="0">
                  <a:moveTo>
                    <a:pt x="1140" y="1"/>
                  </a:moveTo>
                  <a:cubicBezTo>
                    <a:pt x="797" y="1"/>
                    <a:pt x="408" y="143"/>
                    <a:pt x="0" y="555"/>
                  </a:cubicBezTo>
                  <a:cubicBezTo>
                    <a:pt x="0" y="555"/>
                    <a:pt x="306" y="1304"/>
                    <a:pt x="1115" y="1455"/>
                  </a:cubicBezTo>
                  <a:cubicBezTo>
                    <a:pt x="1179" y="1467"/>
                    <a:pt x="1241" y="1472"/>
                    <a:pt x="1301" y="1472"/>
                  </a:cubicBezTo>
                  <a:cubicBezTo>
                    <a:pt x="2004" y="1472"/>
                    <a:pt x="2459" y="734"/>
                    <a:pt x="2459" y="734"/>
                  </a:cubicBezTo>
                  <a:cubicBezTo>
                    <a:pt x="2459" y="734"/>
                    <a:pt x="1917" y="1"/>
                    <a:pt x="11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9"/>
            <p:cNvSpPr/>
            <p:nvPr/>
          </p:nvSpPr>
          <p:spPr>
            <a:xfrm>
              <a:off x="2319250" y="3292800"/>
              <a:ext cx="41950" cy="39275"/>
            </a:xfrm>
            <a:custGeom>
              <a:avLst/>
              <a:gdLst/>
              <a:ahLst/>
              <a:cxnLst/>
              <a:rect l="l" t="t" r="r" b="b"/>
              <a:pathLst>
                <a:path w="1678" h="1571" extrusionOk="0">
                  <a:moveTo>
                    <a:pt x="838" y="0"/>
                  </a:moveTo>
                  <a:cubicBezTo>
                    <a:pt x="453" y="0"/>
                    <a:pt x="117" y="284"/>
                    <a:pt x="61" y="675"/>
                  </a:cubicBezTo>
                  <a:cubicBezTo>
                    <a:pt x="1" y="1104"/>
                    <a:pt x="299" y="1503"/>
                    <a:pt x="729" y="1563"/>
                  </a:cubicBezTo>
                  <a:cubicBezTo>
                    <a:pt x="767" y="1568"/>
                    <a:pt x="803" y="1571"/>
                    <a:pt x="840" y="1571"/>
                  </a:cubicBezTo>
                  <a:cubicBezTo>
                    <a:pt x="1225" y="1571"/>
                    <a:pt x="1561" y="1288"/>
                    <a:pt x="1617" y="896"/>
                  </a:cubicBezTo>
                  <a:cubicBezTo>
                    <a:pt x="1677" y="466"/>
                    <a:pt x="1379" y="69"/>
                    <a:pt x="950" y="8"/>
                  </a:cubicBezTo>
                  <a:cubicBezTo>
                    <a:pt x="912" y="3"/>
                    <a:pt x="875" y="0"/>
                    <a:pt x="8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9"/>
            <p:cNvSpPr/>
            <p:nvPr/>
          </p:nvSpPr>
          <p:spPr>
            <a:xfrm>
              <a:off x="2307725" y="3294825"/>
              <a:ext cx="13675" cy="41750"/>
            </a:xfrm>
            <a:custGeom>
              <a:avLst/>
              <a:gdLst/>
              <a:ahLst/>
              <a:cxnLst/>
              <a:rect l="l" t="t" r="r" b="b"/>
              <a:pathLst>
                <a:path w="547" h="1670" fill="none" extrusionOk="0">
                  <a:moveTo>
                    <a:pt x="44" y="0"/>
                  </a:moveTo>
                  <a:cubicBezTo>
                    <a:pt x="1" y="761"/>
                    <a:pt x="250" y="925"/>
                    <a:pt x="396" y="1048"/>
                  </a:cubicBezTo>
                  <a:cubicBezTo>
                    <a:pt x="396" y="1048"/>
                    <a:pt x="547" y="1171"/>
                    <a:pt x="452" y="1366"/>
                  </a:cubicBezTo>
                  <a:cubicBezTo>
                    <a:pt x="373" y="1529"/>
                    <a:pt x="171" y="1669"/>
                    <a:pt x="17" y="1634"/>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9"/>
            <p:cNvSpPr/>
            <p:nvPr/>
          </p:nvSpPr>
          <p:spPr>
            <a:xfrm>
              <a:off x="2292600" y="3327825"/>
              <a:ext cx="6425" cy="3625"/>
            </a:xfrm>
            <a:custGeom>
              <a:avLst/>
              <a:gdLst/>
              <a:ahLst/>
              <a:cxnLst/>
              <a:rect l="l" t="t" r="r" b="b"/>
              <a:pathLst>
                <a:path w="257" h="145" fill="none" extrusionOk="0">
                  <a:moveTo>
                    <a:pt x="257" y="145"/>
                  </a:moveTo>
                  <a:cubicBezTo>
                    <a:pt x="257" y="145"/>
                    <a:pt x="176" y="0"/>
                    <a:pt x="0" y="116"/>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9"/>
            <p:cNvSpPr/>
            <p:nvPr/>
          </p:nvSpPr>
          <p:spPr>
            <a:xfrm>
              <a:off x="2278325" y="3317325"/>
              <a:ext cx="11775" cy="14750"/>
            </a:xfrm>
            <a:custGeom>
              <a:avLst/>
              <a:gdLst/>
              <a:ahLst/>
              <a:cxnLst/>
              <a:rect l="l" t="t" r="r" b="b"/>
              <a:pathLst>
                <a:path w="471" h="590" fill="none" extrusionOk="0">
                  <a:moveTo>
                    <a:pt x="359" y="589"/>
                  </a:moveTo>
                  <a:cubicBezTo>
                    <a:pt x="1" y="250"/>
                    <a:pt x="470" y="0"/>
                    <a:pt x="470" y="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9"/>
            <p:cNvSpPr/>
            <p:nvPr/>
          </p:nvSpPr>
          <p:spPr>
            <a:xfrm>
              <a:off x="2193950" y="3366100"/>
              <a:ext cx="66775" cy="57525"/>
            </a:xfrm>
            <a:custGeom>
              <a:avLst/>
              <a:gdLst/>
              <a:ahLst/>
              <a:cxnLst/>
              <a:rect l="l" t="t" r="r" b="b"/>
              <a:pathLst>
                <a:path w="2671" h="2301" extrusionOk="0">
                  <a:moveTo>
                    <a:pt x="0" y="1"/>
                  </a:moveTo>
                  <a:cubicBezTo>
                    <a:pt x="0" y="1"/>
                    <a:pt x="940" y="2074"/>
                    <a:pt x="2545" y="2301"/>
                  </a:cubicBezTo>
                  <a:lnTo>
                    <a:pt x="2671" y="1424"/>
                  </a:lnTo>
                  <a:cubicBezTo>
                    <a:pt x="1127" y="925"/>
                    <a:pt x="476" y="378"/>
                    <a:pt x="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9"/>
            <p:cNvSpPr/>
            <p:nvPr/>
          </p:nvSpPr>
          <p:spPr>
            <a:xfrm>
              <a:off x="2158175" y="3277300"/>
              <a:ext cx="12025" cy="20425"/>
            </a:xfrm>
            <a:custGeom>
              <a:avLst/>
              <a:gdLst/>
              <a:ahLst/>
              <a:cxnLst/>
              <a:rect l="l" t="t" r="r" b="b"/>
              <a:pathLst>
                <a:path w="481" h="817" fill="none" extrusionOk="0">
                  <a:moveTo>
                    <a:pt x="247" y="817"/>
                  </a:moveTo>
                  <a:cubicBezTo>
                    <a:pt x="247" y="817"/>
                    <a:pt x="0" y="594"/>
                    <a:pt x="121" y="373"/>
                  </a:cubicBezTo>
                  <a:cubicBezTo>
                    <a:pt x="242" y="151"/>
                    <a:pt x="438" y="252"/>
                    <a:pt x="481" y="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9"/>
            <p:cNvSpPr/>
            <p:nvPr/>
          </p:nvSpPr>
          <p:spPr>
            <a:xfrm>
              <a:off x="2151100" y="3249500"/>
              <a:ext cx="16100" cy="21125"/>
            </a:xfrm>
            <a:custGeom>
              <a:avLst/>
              <a:gdLst/>
              <a:ahLst/>
              <a:cxnLst/>
              <a:rect l="l" t="t" r="r" b="b"/>
              <a:pathLst>
                <a:path w="644" h="845" fill="none" extrusionOk="0">
                  <a:moveTo>
                    <a:pt x="643" y="276"/>
                  </a:moveTo>
                  <a:cubicBezTo>
                    <a:pt x="643" y="276"/>
                    <a:pt x="219" y="1"/>
                    <a:pt x="1" y="844"/>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9"/>
            <p:cNvSpPr/>
            <p:nvPr/>
          </p:nvSpPr>
          <p:spPr>
            <a:xfrm>
              <a:off x="2235000" y="3242325"/>
              <a:ext cx="53675" cy="18650"/>
            </a:xfrm>
            <a:custGeom>
              <a:avLst/>
              <a:gdLst/>
              <a:ahLst/>
              <a:cxnLst/>
              <a:rect l="l" t="t" r="r" b="b"/>
              <a:pathLst>
                <a:path w="2147" h="746" extrusionOk="0">
                  <a:moveTo>
                    <a:pt x="1166" y="0"/>
                  </a:moveTo>
                  <a:cubicBezTo>
                    <a:pt x="1102" y="0"/>
                    <a:pt x="1037" y="3"/>
                    <a:pt x="973" y="9"/>
                  </a:cubicBezTo>
                  <a:cubicBezTo>
                    <a:pt x="799" y="35"/>
                    <a:pt x="627" y="83"/>
                    <a:pt x="469" y="168"/>
                  </a:cubicBezTo>
                  <a:cubicBezTo>
                    <a:pt x="309" y="253"/>
                    <a:pt x="169" y="356"/>
                    <a:pt x="44" y="512"/>
                  </a:cubicBezTo>
                  <a:cubicBezTo>
                    <a:pt x="10" y="553"/>
                    <a:pt x="0" y="613"/>
                    <a:pt x="24" y="664"/>
                  </a:cubicBezTo>
                  <a:cubicBezTo>
                    <a:pt x="44" y="710"/>
                    <a:pt x="87" y="737"/>
                    <a:pt x="132" y="737"/>
                  </a:cubicBezTo>
                  <a:cubicBezTo>
                    <a:pt x="151" y="737"/>
                    <a:pt x="171" y="732"/>
                    <a:pt x="190" y="721"/>
                  </a:cubicBezTo>
                  <a:lnTo>
                    <a:pt x="210" y="710"/>
                  </a:lnTo>
                  <a:cubicBezTo>
                    <a:pt x="321" y="647"/>
                    <a:pt x="459" y="587"/>
                    <a:pt x="588" y="557"/>
                  </a:cubicBezTo>
                  <a:cubicBezTo>
                    <a:pt x="700" y="531"/>
                    <a:pt x="810" y="514"/>
                    <a:pt x="921" y="514"/>
                  </a:cubicBezTo>
                  <a:cubicBezTo>
                    <a:pt x="941" y="514"/>
                    <a:pt x="961" y="515"/>
                    <a:pt x="982" y="516"/>
                  </a:cubicBezTo>
                  <a:cubicBezTo>
                    <a:pt x="1112" y="523"/>
                    <a:pt x="1241" y="542"/>
                    <a:pt x="1368" y="581"/>
                  </a:cubicBezTo>
                  <a:cubicBezTo>
                    <a:pt x="1495" y="615"/>
                    <a:pt x="1618" y="670"/>
                    <a:pt x="1745" y="722"/>
                  </a:cubicBezTo>
                  <a:lnTo>
                    <a:pt x="1765" y="729"/>
                  </a:lnTo>
                  <a:cubicBezTo>
                    <a:pt x="1792" y="740"/>
                    <a:pt x="1821" y="746"/>
                    <a:pt x="1849" y="746"/>
                  </a:cubicBezTo>
                  <a:cubicBezTo>
                    <a:pt x="1945" y="746"/>
                    <a:pt x="2038" y="686"/>
                    <a:pt x="2084" y="585"/>
                  </a:cubicBezTo>
                  <a:cubicBezTo>
                    <a:pt x="2147" y="446"/>
                    <a:pt x="2096" y="279"/>
                    <a:pt x="1972" y="215"/>
                  </a:cubicBezTo>
                  <a:cubicBezTo>
                    <a:pt x="1896" y="176"/>
                    <a:pt x="1819" y="140"/>
                    <a:pt x="1741" y="107"/>
                  </a:cubicBezTo>
                  <a:cubicBezTo>
                    <a:pt x="1659" y="82"/>
                    <a:pt x="1580" y="50"/>
                    <a:pt x="1493" y="35"/>
                  </a:cubicBezTo>
                  <a:cubicBezTo>
                    <a:pt x="1387" y="10"/>
                    <a:pt x="1277" y="0"/>
                    <a:pt x="11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9"/>
            <p:cNvSpPr/>
            <p:nvPr/>
          </p:nvSpPr>
          <p:spPr>
            <a:xfrm>
              <a:off x="2226750" y="3272250"/>
              <a:ext cx="60300" cy="36550"/>
            </a:xfrm>
            <a:custGeom>
              <a:avLst/>
              <a:gdLst/>
              <a:ahLst/>
              <a:cxnLst/>
              <a:rect l="l" t="t" r="r" b="b"/>
              <a:pathLst>
                <a:path w="2412" h="1462" extrusionOk="0">
                  <a:moveTo>
                    <a:pt x="1110" y="1"/>
                  </a:moveTo>
                  <a:cubicBezTo>
                    <a:pt x="507" y="1"/>
                    <a:pt x="0" y="388"/>
                    <a:pt x="0" y="388"/>
                  </a:cubicBezTo>
                  <a:cubicBezTo>
                    <a:pt x="0" y="388"/>
                    <a:pt x="272" y="1373"/>
                    <a:pt x="1091" y="1454"/>
                  </a:cubicBezTo>
                  <a:cubicBezTo>
                    <a:pt x="1140" y="1459"/>
                    <a:pt x="1188" y="1461"/>
                    <a:pt x="1235" y="1461"/>
                  </a:cubicBezTo>
                  <a:cubicBezTo>
                    <a:pt x="1967" y="1461"/>
                    <a:pt x="2411" y="899"/>
                    <a:pt x="2411" y="899"/>
                  </a:cubicBezTo>
                  <a:cubicBezTo>
                    <a:pt x="2031" y="203"/>
                    <a:pt x="1546" y="1"/>
                    <a:pt x="11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9"/>
            <p:cNvSpPr/>
            <p:nvPr/>
          </p:nvSpPr>
          <p:spPr>
            <a:xfrm>
              <a:off x="2236850" y="3281100"/>
              <a:ext cx="41900" cy="39275"/>
            </a:xfrm>
            <a:custGeom>
              <a:avLst/>
              <a:gdLst/>
              <a:ahLst/>
              <a:cxnLst/>
              <a:rect l="l" t="t" r="r" b="b"/>
              <a:pathLst>
                <a:path w="1676" h="1571" extrusionOk="0">
                  <a:moveTo>
                    <a:pt x="838" y="0"/>
                  </a:moveTo>
                  <a:cubicBezTo>
                    <a:pt x="453" y="0"/>
                    <a:pt x="116" y="283"/>
                    <a:pt x="61" y="675"/>
                  </a:cubicBezTo>
                  <a:cubicBezTo>
                    <a:pt x="0" y="1104"/>
                    <a:pt x="299" y="1502"/>
                    <a:pt x="728" y="1562"/>
                  </a:cubicBezTo>
                  <a:cubicBezTo>
                    <a:pt x="765" y="1568"/>
                    <a:pt x="803" y="1571"/>
                    <a:pt x="840" y="1571"/>
                  </a:cubicBezTo>
                  <a:cubicBezTo>
                    <a:pt x="1224" y="1571"/>
                    <a:pt x="1560" y="1287"/>
                    <a:pt x="1615" y="896"/>
                  </a:cubicBezTo>
                  <a:cubicBezTo>
                    <a:pt x="1676" y="467"/>
                    <a:pt x="1377" y="70"/>
                    <a:pt x="948" y="8"/>
                  </a:cubicBezTo>
                  <a:cubicBezTo>
                    <a:pt x="911" y="3"/>
                    <a:pt x="874" y="0"/>
                    <a:pt x="8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9"/>
            <p:cNvSpPr/>
            <p:nvPr/>
          </p:nvSpPr>
          <p:spPr>
            <a:xfrm>
              <a:off x="2267825" y="3340225"/>
              <a:ext cx="54375" cy="35525"/>
            </a:xfrm>
            <a:custGeom>
              <a:avLst/>
              <a:gdLst/>
              <a:ahLst/>
              <a:cxnLst/>
              <a:rect l="l" t="t" r="r" b="b"/>
              <a:pathLst>
                <a:path w="2175" h="1421" extrusionOk="0">
                  <a:moveTo>
                    <a:pt x="190" y="0"/>
                  </a:moveTo>
                  <a:cubicBezTo>
                    <a:pt x="190" y="0"/>
                    <a:pt x="0" y="1250"/>
                    <a:pt x="979" y="1409"/>
                  </a:cubicBezTo>
                  <a:cubicBezTo>
                    <a:pt x="1026" y="1417"/>
                    <a:pt x="1072" y="1420"/>
                    <a:pt x="1116" y="1420"/>
                  </a:cubicBezTo>
                  <a:cubicBezTo>
                    <a:pt x="1884" y="1420"/>
                    <a:pt x="2174" y="316"/>
                    <a:pt x="2174" y="316"/>
                  </a:cubicBezTo>
                  <a:lnTo>
                    <a:pt x="2175" y="316"/>
                  </a:lnTo>
                  <a:cubicBezTo>
                    <a:pt x="2175" y="316"/>
                    <a:pt x="1165" y="265"/>
                    <a:pt x="19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9"/>
            <p:cNvSpPr/>
            <p:nvPr/>
          </p:nvSpPr>
          <p:spPr>
            <a:xfrm>
              <a:off x="2272575" y="3340225"/>
              <a:ext cx="49625" cy="13250"/>
            </a:xfrm>
            <a:custGeom>
              <a:avLst/>
              <a:gdLst/>
              <a:ahLst/>
              <a:cxnLst/>
              <a:rect l="l" t="t" r="r" b="b"/>
              <a:pathLst>
                <a:path w="1985" h="530" extrusionOk="0">
                  <a:moveTo>
                    <a:pt x="0" y="0"/>
                  </a:moveTo>
                  <a:lnTo>
                    <a:pt x="0" y="0"/>
                  </a:lnTo>
                  <a:cubicBezTo>
                    <a:pt x="686" y="412"/>
                    <a:pt x="1148" y="530"/>
                    <a:pt x="1452" y="530"/>
                  </a:cubicBezTo>
                  <a:cubicBezTo>
                    <a:pt x="1862" y="530"/>
                    <a:pt x="1985" y="316"/>
                    <a:pt x="1985" y="316"/>
                  </a:cubicBezTo>
                  <a:cubicBezTo>
                    <a:pt x="979" y="238"/>
                    <a:pt x="0" y="0"/>
                    <a:pt x="0"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9"/>
            <p:cNvSpPr/>
            <p:nvPr/>
          </p:nvSpPr>
          <p:spPr>
            <a:xfrm>
              <a:off x="2272475" y="3352975"/>
              <a:ext cx="26650" cy="22850"/>
            </a:xfrm>
            <a:custGeom>
              <a:avLst/>
              <a:gdLst/>
              <a:ahLst/>
              <a:cxnLst/>
              <a:rect l="l" t="t" r="r" b="b"/>
              <a:pathLst>
                <a:path w="1066" h="914" extrusionOk="0">
                  <a:moveTo>
                    <a:pt x="7" y="0"/>
                  </a:moveTo>
                  <a:cubicBezTo>
                    <a:pt x="7" y="0"/>
                    <a:pt x="0" y="404"/>
                    <a:pt x="344" y="709"/>
                  </a:cubicBezTo>
                  <a:cubicBezTo>
                    <a:pt x="544" y="887"/>
                    <a:pt x="820" y="914"/>
                    <a:pt x="966" y="914"/>
                  </a:cubicBezTo>
                  <a:cubicBezTo>
                    <a:pt x="1027" y="914"/>
                    <a:pt x="1066" y="909"/>
                    <a:pt x="1066" y="909"/>
                  </a:cubicBezTo>
                  <a:cubicBezTo>
                    <a:pt x="1066" y="909"/>
                    <a:pt x="968" y="231"/>
                    <a:pt x="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9"/>
            <p:cNvSpPr/>
            <p:nvPr/>
          </p:nvSpPr>
          <p:spPr>
            <a:xfrm>
              <a:off x="2160075" y="3132275"/>
              <a:ext cx="218400" cy="136775"/>
            </a:xfrm>
            <a:custGeom>
              <a:avLst/>
              <a:gdLst/>
              <a:ahLst/>
              <a:cxnLst/>
              <a:rect l="l" t="t" r="r" b="b"/>
              <a:pathLst>
                <a:path w="8736" h="5471" extrusionOk="0">
                  <a:moveTo>
                    <a:pt x="4820" y="1"/>
                  </a:moveTo>
                  <a:cubicBezTo>
                    <a:pt x="3578" y="1"/>
                    <a:pt x="2866" y="621"/>
                    <a:pt x="2866" y="621"/>
                  </a:cubicBezTo>
                  <a:cubicBezTo>
                    <a:pt x="2818" y="619"/>
                    <a:pt x="2772" y="618"/>
                    <a:pt x="2725" y="618"/>
                  </a:cubicBezTo>
                  <a:cubicBezTo>
                    <a:pt x="817" y="618"/>
                    <a:pt x="1" y="2183"/>
                    <a:pt x="12" y="2769"/>
                  </a:cubicBezTo>
                  <a:cubicBezTo>
                    <a:pt x="23" y="3370"/>
                    <a:pt x="49" y="4452"/>
                    <a:pt x="49" y="4452"/>
                  </a:cubicBezTo>
                  <a:lnTo>
                    <a:pt x="47" y="4452"/>
                  </a:lnTo>
                  <a:cubicBezTo>
                    <a:pt x="788" y="4459"/>
                    <a:pt x="973" y="5470"/>
                    <a:pt x="1334" y="5470"/>
                  </a:cubicBezTo>
                  <a:cubicBezTo>
                    <a:pt x="1365" y="5470"/>
                    <a:pt x="1398" y="5463"/>
                    <a:pt x="1432" y="5447"/>
                  </a:cubicBezTo>
                  <a:cubicBezTo>
                    <a:pt x="1797" y="5274"/>
                    <a:pt x="1913" y="5062"/>
                    <a:pt x="2097" y="4775"/>
                  </a:cubicBezTo>
                  <a:cubicBezTo>
                    <a:pt x="2393" y="4313"/>
                    <a:pt x="2547" y="3944"/>
                    <a:pt x="2623" y="3721"/>
                  </a:cubicBezTo>
                  <a:cubicBezTo>
                    <a:pt x="2677" y="3562"/>
                    <a:pt x="2804" y="3441"/>
                    <a:pt x="2965" y="3394"/>
                  </a:cubicBezTo>
                  <a:cubicBezTo>
                    <a:pt x="3559" y="3218"/>
                    <a:pt x="4462" y="3069"/>
                    <a:pt x="5209" y="3069"/>
                  </a:cubicBezTo>
                  <a:cubicBezTo>
                    <a:pt x="5869" y="3069"/>
                    <a:pt x="6406" y="3186"/>
                    <a:pt x="6496" y="3502"/>
                  </a:cubicBezTo>
                  <a:cubicBezTo>
                    <a:pt x="6704" y="4235"/>
                    <a:pt x="6183" y="4775"/>
                    <a:pt x="6183" y="4775"/>
                  </a:cubicBezTo>
                  <a:cubicBezTo>
                    <a:pt x="6188" y="4775"/>
                    <a:pt x="6194" y="4775"/>
                    <a:pt x="6199" y="4775"/>
                  </a:cubicBezTo>
                  <a:cubicBezTo>
                    <a:pt x="7026" y="4775"/>
                    <a:pt x="7337" y="3636"/>
                    <a:pt x="7337" y="3636"/>
                  </a:cubicBezTo>
                  <a:cubicBezTo>
                    <a:pt x="7696" y="4040"/>
                    <a:pt x="7724" y="4570"/>
                    <a:pt x="7724" y="4570"/>
                  </a:cubicBezTo>
                  <a:cubicBezTo>
                    <a:pt x="7731" y="4520"/>
                    <a:pt x="7935" y="3804"/>
                    <a:pt x="7935" y="3804"/>
                  </a:cubicBezTo>
                  <a:cubicBezTo>
                    <a:pt x="7935" y="3804"/>
                    <a:pt x="8736" y="1267"/>
                    <a:pt x="6484" y="348"/>
                  </a:cubicBezTo>
                  <a:cubicBezTo>
                    <a:pt x="5857" y="93"/>
                    <a:pt x="5299" y="1"/>
                    <a:pt x="4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9"/>
            <p:cNvSpPr/>
            <p:nvPr/>
          </p:nvSpPr>
          <p:spPr>
            <a:xfrm>
              <a:off x="1582725" y="4741175"/>
              <a:ext cx="253600" cy="209525"/>
            </a:xfrm>
            <a:custGeom>
              <a:avLst/>
              <a:gdLst/>
              <a:ahLst/>
              <a:cxnLst/>
              <a:rect l="l" t="t" r="r" b="b"/>
              <a:pathLst>
                <a:path w="10144" h="8381" extrusionOk="0">
                  <a:moveTo>
                    <a:pt x="8190" y="1"/>
                  </a:moveTo>
                  <a:cubicBezTo>
                    <a:pt x="6352" y="1"/>
                    <a:pt x="3419" y="1739"/>
                    <a:pt x="1819" y="4962"/>
                  </a:cubicBezTo>
                  <a:lnTo>
                    <a:pt x="1" y="8381"/>
                  </a:lnTo>
                  <a:lnTo>
                    <a:pt x="8722" y="8113"/>
                  </a:lnTo>
                  <a:cubicBezTo>
                    <a:pt x="8722" y="8113"/>
                    <a:pt x="10143" y="3807"/>
                    <a:pt x="9815" y="1239"/>
                  </a:cubicBezTo>
                  <a:cubicBezTo>
                    <a:pt x="9708" y="404"/>
                    <a:pt x="9076" y="1"/>
                    <a:pt x="8190" y="1"/>
                  </a:cubicBezTo>
                  <a:close/>
                </a:path>
              </a:pathLst>
            </a:custGeom>
            <a:solidFill>
              <a:srgbClr val="CDB19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9"/>
            <p:cNvSpPr/>
            <p:nvPr/>
          </p:nvSpPr>
          <p:spPr>
            <a:xfrm>
              <a:off x="1323775" y="4917200"/>
              <a:ext cx="503425" cy="202300"/>
            </a:xfrm>
            <a:custGeom>
              <a:avLst/>
              <a:gdLst/>
              <a:ahLst/>
              <a:cxnLst/>
              <a:rect l="l" t="t" r="r" b="b"/>
              <a:pathLst>
                <a:path w="20137" h="8092" extrusionOk="0">
                  <a:moveTo>
                    <a:pt x="20136" y="1"/>
                  </a:moveTo>
                  <a:lnTo>
                    <a:pt x="9634" y="383"/>
                  </a:lnTo>
                  <a:cubicBezTo>
                    <a:pt x="9390" y="1697"/>
                    <a:pt x="8241" y="2084"/>
                    <a:pt x="8241" y="2084"/>
                  </a:cubicBezTo>
                  <a:cubicBezTo>
                    <a:pt x="6599" y="2860"/>
                    <a:pt x="1665" y="1959"/>
                    <a:pt x="941" y="4577"/>
                  </a:cubicBezTo>
                  <a:cubicBezTo>
                    <a:pt x="1" y="7974"/>
                    <a:pt x="3938" y="8091"/>
                    <a:pt x="4487" y="8091"/>
                  </a:cubicBezTo>
                  <a:cubicBezTo>
                    <a:pt x="4528" y="8091"/>
                    <a:pt x="4550" y="8090"/>
                    <a:pt x="4550" y="8090"/>
                  </a:cubicBezTo>
                  <a:cubicBezTo>
                    <a:pt x="4550" y="8090"/>
                    <a:pt x="12611" y="8092"/>
                    <a:pt x="16366" y="8092"/>
                  </a:cubicBezTo>
                  <a:cubicBezTo>
                    <a:pt x="17730" y="8092"/>
                    <a:pt x="18093" y="6383"/>
                    <a:pt x="18093" y="6383"/>
                  </a:cubicBezTo>
                  <a:lnTo>
                    <a:pt x="2013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9"/>
            <p:cNvSpPr/>
            <p:nvPr/>
          </p:nvSpPr>
          <p:spPr>
            <a:xfrm>
              <a:off x="1347375" y="5076775"/>
              <a:ext cx="428750" cy="25"/>
            </a:xfrm>
            <a:custGeom>
              <a:avLst/>
              <a:gdLst/>
              <a:ahLst/>
              <a:cxnLst/>
              <a:rect l="l" t="t" r="r" b="b"/>
              <a:pathLst>
                <a:path w="17150" h="1" fill="none" extrusionOk="0">
                  <a:moveTo>
                    <a:pt x="17149" y="0"/>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9"/>
            <p:cNvSpPr/>
            <p:nvPr/>
          </p:nvSpPr>
          <p:spPr>
            <a:xfrm>
              <a:off x="1529800" y="4963350"/>
              <a:ext cx="101175" cy="24100"/>
            </a:xfrm>
            <a:custGeom>
              <a:avLst/>
              <a:gdLst/>
              <a:ahLst/>
              <a:cxnLst/>
              <a:rect l="l" t="t" r="r" b="b"/>
              <a:pathLst>
                <a:path w="4047" h="964" fill="none" extrusionOk="0">
                  <a:moveTo>
                    <a:pt x="0" y="238"/>
                  </a:moveTo>
                  <a:cubicBezTo>
                    <a:pt x="0" y="238"/>
                    <a:pt x="1887" y="0"/>
                    <a:pt x="4046" y="963"/>
                  </a:cubicBez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9"/>
            <p:cNvSpPr/>
            <p:nvPr/>
          </p:nvSpPr>
          <p:spPr>
            <a:xfrm>
              <a:off x="1554200" y="4943225"/>
              <a:ext cx="87150" cy="18200"/>
            </a:xfrm>
            <a:custGeom>
              <a:avLst/>
              <a:gdLst/>
              <a:ahLst/>
              <a:cxnLst/>
              <a:rect l="l" t="t" r="r" b="b"/>
              <a:pathLst>
                <a:path w="3486" h="728" fill="none" extrusionOk="0">
                  <a:moveTo>
                    <a:pt x="0" y="299"/>
                  </a:moveTo>
                  <a:cubicBezTo>
                    <a:pt x="0" y="299"/>
                    <a:pt x="2159" y="0"/>
                    <a:pt x="3485" y="728"/>
                  </a:cubicBez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9"/>
            <p:cNvSpPr/>
            <p:nvPr/>
          </p:nvSpPr>
          <p:spPr>
            <a:xfrm>
              <a:off x="2188850" y="4483300"/>
              <a:ext cx="266225" cy="209500"/>
            </a:xfrm>
            <a:custGeom>
              <a:avLst/>
              <a:gdLst/>
              <a:ahLst/>
              <a:cxnLst/>
              <a:rect l="l" t="t" r="r" b="b"/>
              <a:pathLst>
                <a:path w="10649" h="8380" extrusionOk="0">
                  <a:moveTo>
                    <a:pt x="4277" y="0"/>
                  </a:moveTo>
                  <a:cubicBezTo>
                    <a:pt x="3391" y="0"/>
                    <a:pt x="2759" y="403"/>
                    <a:pt x="2653" y="1238"/>
                  </a:cubicBezTo>
                  <a:cubicBezTo>
                    <a:pt x="2324" y="3806"/>
                    <a:pt x="1" y="8112"/>
                    <a:pt x="1" y="8112"/>
                  </a:cubicBezTo>
                  <a:lnTo>
                    <a:pt x="8722" y="8380"/>
                  </a:lnTo>
                  <a:lnTo>
                    <a:pt x="10648" y="4961"/>
                  </a:lnTo>
                  <a:cubicBezTo>
                    <a:pt x="9049" y="1738"/>
                    <a:pt x="6116" y="0"/>
                    <a:pt x="4277" y="0"/>
                  </a:cubicBezTo>
                  <a:close/>
                </a:path>
              </a:pathLst>
            </a:custGeom>
            <a:solidFill>
              <a:srgbClr val="CDB19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9"/>
            <p:cNvSpPr/>
            <p:nvPr/>
          </p:nvSpPr>
          <p:spPr>
            <a:xfrm>
              <a:off x="2125925" y="4659325"/>
              <a:ext cx="452350" cy="202275"/>
            </a:xfrm>
            <a:custGeom>
              <a:avLst/>
              <a:gdLst/>
              <a:ahLst/>
              <a:cxnLst/>
              <a:rect l="l" t="t" r="r" b="b"/>
              <a:pathLst>
                <a:path w="18094" h="8091" extrusionOk="0">
                  <a:moveTo>
                    <a:pt x="2588" y="0"/>
                  </a:moveTo>
                  <a:lnTo>
                    <a:pt x="1" y="6383"/>
                  </a:lnTo>
                  <a:cubicBezTo>
                    <a:pt x="1" y="6383"/>
                    <a:pt x="366" y="8091"/>
                    <a:pt x="1729" y="8091"/>
                  </a:cubicBezTo>
                  <a:cubicBezTo>
                    <a:pt x="5483" y="8091"/>
                    <a:pt x="13545" y="8090"/>
                    <a:pt x="13545" y="8090"/>
                  </a:cubicBezTo>
                  <a:cubicBezTo>
                    <a:pt x="13545" y="8090"/>
                    <a:pt x="13567" y="8090"/>
                    <a:pt x="13608" y="8090"/>
                  </a:cubicBezTo>
                  <a:cubicBezTo>
                    <a:pt x="14157" y="8090"/>
                    <a:pt x="18093" y="7973"/>
                    <a:pt x="17153" y="4576"/>
                  </a:cubicBezTo>
                  <a:cubicBezTo>
                    <a:pt x="16430" y="1958"/>
                    <a:pt x="12817" y="3012"/>
                    <a:pt x="11175" y="2236"/>
                  </a:cubicBezTo>
                  <a:cubicBezTo>
                    <a:pt x="11175" y="2236"/>
                    <a:pt x="11218" y="1339"/>
                    <a:pt x="11999" y="382"/>
                  </a:cubicBezTo>
                  <a:lnTo>
                    <a:pt x="2588"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9"/>
            <p:cNvSpPr/>
            <p:nvPr/>
          </p:nvSpPr>
          <p:spPr>
            <a:xfrm>
              <a:off x="2125925" y="4818875"/>
              <a:ext cx="428775" cy="25"/>
            </a:xfrm>
            <a:custGeom>
              <a:avLst/>
              <a:gdLst/>
              <a:ahLst/>
              <a:cxnLst/>
              <a:rect l="l" t="t" r="r" b="b"/>
              <a:pathLst>
                <a:path w="17151" h="1" fill="none" extrusionOk="0">
                  <a:moveTo>
                    <a:pt x="1" y="0"/>
                  </a:moveTo>
                  <a:lnTo>
                    <a:pt x="1715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9"/>
            <p:cNvSpPr/>
            <p:nvPr/>
          </p:nvSpPr>
          <p:spPr>
            <a:xfrm>
              <a:off x="2321975" y="4699725"/>
              <a:ext cx="85725" cy="21150"/>
            </a:xfrm>
            <a:custGeom>
              <a:avLst/>
              <a:gdLst/>
              <a:ahLst/>
              <a:cxnLst/>
              <a:rect l="l" t="t" r="r" b="b"/>
              <a:pathLst>
                <a:path w="3429" h="846" fill="none" extrusionOk="0">
                  <a:moveTo>
                    <a:pt x="3429" y="133"/>
                  </a:moveTo>
                  <a:cubicBezTo>
                    <a:pt x="3429" y="133"/>
                    <a:pt x="1888" y="0"/>
                    <a:pt x="0" y="846"/>
                  </a:cubicBez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9"/>
            <p:cNvSpPr/>
            <p:nvPr/>
          </p:nvSpPr>
          <p:spPr>
            <a:xfrm>
              <a:off x="2331100" y="4715225"/>
              <a:ext cx="74200" cy="26775"/>
            </a:xfrm>
            <a:custGeom>
              <a:avLst/>
              <a:gdLst/>
              <a:ahLst/>
              <a:cxnLst/>
              <a:rect l="l" t="t" r="r" b="b"/>
              <a:pathLst>
                <a:path w="2968" h="1071" fill="none" extrusionOk="0">
                  <a:moveTo>
                    <a:pt x="2968" y="0"/>
                  </a:moveTo>
                  <a:cubicBezTo>
                    <a:pt x="2968" y="0"/>
                    <a:pt x="1627" y="257"/>
                    <a:pt x="0" y="1070"/>
                  </a:cubicBez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9"/>
            <p:cNvSpPr/>
            <p:nvPr/>
          </p:nvSpPr>
          <p:spPr>
            <a:xfrm>
              <a:off x="1560925" y="3821550"/>
              <a:ext cx="1235300" cy="1065700"/>
            </a:xfrm>
            <a:custGeom>
              <a:avLst/>
              <a:gdLst/>
              <a:ahLst/>
              <a:cxnLst/>
              <a:rect l="l" t="t" r="r" b="b"/>
              <a:pathLst>
                <a:path w="49412" h="42628" extrusionOk="0">
                  <a:moveTo>
                    <a:pt x="17456" y="1"/>
                  </a:moveTo>
                  <a:cubicBezTo>
                    <a:pt x="15146" y="1"/>
                    <a:pt x="12645" y="937"/>
                    <a:pt x="11767" y="4631"/>
                  </a:cubicBezTo>
                  <a:lnTo>
                    <a:pt x="0" y="42628"/>
                  </a:lnTo>
                  <a:lnTo>
                    <a:pt x="11206" y="42628"/>
                  </a:lnTo>
                  <a:lnTo>
                    <a:pt x="21680" y="14895"/>
                  </a:lnTo>
                  <a:lnTo>
                    <a:pt x="33194" y="14764"/>
                  </a:lnTo>
                  <a:lnTo>
                    <a:pt x="25055" y="32951"/>
                  </a:lnTo>
                  <a:lnTo>
                    <a:pt x="34980" y="32951"/>
                  </a:lnTo>
                  <a:cubicBezTo>
                    <a:pt x="34980" y="32951"/>
                    <a:pt x="42557" y="21389"/>
                    <a:pt x="45984" y="14904"/>
                  </a:cubicBezTo>
                  <a:cubicBezTo>
                    <a:pt x="49411" y="8418"/>
                    <a:pt x="45820" y="4780"/>
                    <a:pt x="22008" y="992"/>
                  </a:cubicBezTo>
                  <a:cubicBezTo>
                    <a:pt x="22008" y="992"/>
                    <a:pt x="19833" y="1"/>
                    <a:pt x="17456" y="1"/>
                  </a:cubicBezTo>
                  <a:close/>
                </a:path>
              </a:pathLst>
            </a:cu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9"/>
            <p:cNvSpPr/>
            <p:nvPr/>
          </p:nvSpPr>
          <p:spPr>
            <a:xfrm>
              <a:off x="2042275" y="4123450"/>
              <a:ext cx="87200" cy="230950"/>
            </a:xfrm>
            <a:custGeom>
              <a:avLst/>
              <a:gdLst/>
              <a:ahLst/>
              <a:cxnLst/>
              <a:rect l="l" t="t" r="r" b="b"/>
              <a:pathLst>
                <a:path w="3488" h="9238" fill="none" extrusionOk="0">
                  <a:moveTo>
                    <a:pt x="1" y="9238"/>
                  </a:moveTo>
                  <a:lnTo>
                    <a:pt x="3487" y="1"/>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9"/>
            <p:cNvSpPr/>
            <p:nvPr/>
          </p:nvSpPr>
          <p:spPr>
            <a:xfrm>
              <a:off x="2350425" y="4104975"/>
              <a:ext cx="79475" cy="175850"/>
            </a:xfrm>
            <a:custGeom>
              <a:avLst/>
              <a:gdLst/>
              <a:ahLst/>
              <a:cxnLst/>
              <a:rect l="l" t="t" r="r" b="b"/>
              <a:pathLst>
                <a:path w="3179" h="7034" fill="none" extrusionOk="0">
                  <a:moveTo>
                    <a:pt x="0" y="7033"/>
                  </a:moveTo>
                  <a:lnTo>
                    <a:pt x="3178" y="0"/>
                  </a:lnTo>
                </a:path>
              </a:pathLst>
            </a:custGeom>
            <a:noFill/>
            <a:ln w="19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9"/>
            <p:cNvSpPr/>
            <p:nvPr/>
          </p:nvSpPr>
          <p:spPr>
            <a:xfrm>
              <a:off x="1600175" y="4760425"/>
              <a:ext cx="285425" cy="25"/>
            </a:xfrm>
            <a:custGeom>
              <a:avLst/>
              <a:gdLst/>
              <a:ahLst/>
              <a:cxnLst/>
              <a:rect l="l" t="t" r="r" b="b"/>
              <a:pathLst>
                <a:path w="11417" h="1" fill="none" extrusionOk="0">
                  <a:moveTo>
                    <a:pt x="1" y="1"/>
                  </a:moveTo>
                  <a:lnTo>
                    <a:pt x="11416" y="1"/>
                  </a:lnTo>
                </a:path>
              </a:pathLst>
            </a:custGeom>
            <a:noFill/>
            <a:ln w="19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9"/>
            <p:cNvSpPr/>
            <p:nvPr/>
          </p:nvSpPr>
          <p:spPr>
            <a:xfrm>
              <a:off x="2215900" y="4583100"/>
              <a:ext cx="259875" cy="25"/>
            </a:xfrm>
            <a:custGeom>
              <a:avLst/>
              <a:gdLst/>
              <a:ahLst/>
              <a:cxnLst/>
              <a:rect l="l" t="t" r="r" b="b"/>
              <a:pathLst>
                <a:path w="10395" h="1" fill="none" extrusionOk="0">
                  <a:moveTo>
                    <a:pt x="0" y="0"/>
                  </a:moveTo>
                  <a:lnTo>
                    <a:pt x="10395" y="0"/>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9"/>
            <p:cNvSpPr/>
            <p:nvPr/>
          </p:nvSpPr>
          <p:spPr>
            <a:xfrm>
              <a:off x="1841800" y="3947050"/>
              <a:ext cx="104825" cy="141175"/>
            </a:xfrm>
            <a:custGeom>
              <a:avLst/>
              <a:gdLst/>
              <a:ahLst/>
              <a:cxnLst/>
              <a:rect l="l" t="t" r="r" b="b"/>
              <a:pathLst>
                <a:path w="4193" h="5647" fill="none" extrusionOk="0">
                  <a:moveTo>
                    <a:pt x="4175" y="0"/>
                  </a:moveTo>
                  <a:cubicBezTo>
                    <a:pt x="4175" y="0"/>
                    <a:pt x="4192" y="4871"/>
                    <a:pt x="1" y="5647"/>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9"/>
            <p:cNvSpPr/>
            <p:nvPr/>
          </p:nvSpPr>
          <p:spPr>
            <a:xfrm>
              <a:off x="2284425" y="3540750"/>
              <a:ext cx="226850" cy="229100"/>
            </a:xfrm>
            <a:custGeom>
              <a:avLst/>
              <a:gdLst/>
              <a:ahLst/>
              <a:cxnLst/>
              <a:rect l="l" t="t" r="r" b="b"/>
              <a:pathLst>
                <a:path w="9074" h="9164" extrusionOk="0">
                  <a:moveTo>
                    <a:pt x="2603" y="0"/>
                  </a:moveTo>
                  <a:cubicBezTo>
                    <a:pt x="147" y="0"/>
                    <a:pt x="1" y="4721"/>
                    <a:pt x="1" y="4721"/>
                  </a:cubicBezTo>
                  <a:cubicBezTo>
                    <a:pt x="1345" y="5827"/>
                    <a:pt x="3109" y="8988"/>
                    <a:pt x="3109" y="8988"/>
                  </a:cubicBezTo>
                  <a:cubicBezTo>
                    <a:pt x="3109" y="8988"/>
                    <a:pt x="4131" y="9164"/>
                    <a:pt x="5305" y="9164"/>
                  </a:cubicBezTo>
                  <a:cubicBezTo>
                    <a:pt x="7027" y="9164"/>
                    <a:pt x="9073" y="8785"/>
                    <a:pt x="8684" y="6914"/>
                  </a:cubicBezTo>
                  <a:cubicBezTo>
                    <a:pt x="8031" y="3771"/>
                    <a:pt x="5937" y="1950"/>
                    <a:pt x="5937" y="1950"/>
                  </a:cubicBezTo>
                  <a:cubicBezTo>
                    <a:pt x="4511" y="531"/>
                    <a:pt x="3427" y="0"/>
                    <a:pt x="2603" y="0"/>
                  </a:cubicBezTo>
                  <a:close/>
                </a:path>
              </a:pathLst>
            </a:custGeom>
            <a:solidFill>
              <a:srgbClr val="CDB19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9"/>
            <p:cNvSpPr/>
            <p:nvPr/>
          </p:nvSpPr>
          <p:spPr>
            <a:xfrm>
              <a:off x="1776500" y="3480050"/>
              <a:ext cx="218200" cy="271900"/>
            </a:xfrm>
            <a:custGeom>
              <a:avLst/>
              <a:gdLst/>
              <a:ahLst/>
              <a:cxnLst/>
              <a:rect l="l" t="t" r="r" b="b"/>
              <a:pathLst>
                <a:path w="8728" h="10876" extrusionOk="0">
                  <a:moveTo>
                    <a:pt x="8727" y="0"/>
                  </a:moveTo>
                  <a:lnTo>
                    <a:pt x="8727" y="0"/>
                  </a:lnTo>
                  <a:cubicBezTo>
                    <a:pt x="8727" y="0"/>
                    <a:pt x="1080" y="4951"/>
                    <a:pt x="0" y="5553"/>
                  </a:cubicBezTo>
                  <a:cubicBezTo>
                    <a:pt x="0" y="5553"/>
                    <a:pt x="2581" y="9081"/>
                    <a:pt x="4861" y="10707"/>
                  </a:cubicBezTo>
                  <a:cubicBezTo>
                    <a:pt x="5022" y="10822"/>
                    <a:pt x="5180" y="10876"/>
                    <a:pt x="5333" y="10876"/>
                  </a:cubicBezTo>
                  <a:cubicBezTo>
                    <a:pt x="7345" y="10876"/>
                    <a:pt x="8639" y="1587"/>
                    <a:pt x="8727" y="0"/>
                  </a:cubicBezTo>
                  <a:close/>
                </a:path>
              </a:pathLst>
            </a:custGeom>
            <a:solidFill>
              <a:srgbClr val="FAAA5C"/>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9"/>
            <p:cNvSpPr/>
            <p:nvPr/>
          </p:nvSpPr>
          <p:spPr>
            <a:xfrm>
              <a:off x="2269325" y="3463775"/>
              <a:ext cx="204175" cy="283950"/>
            </a:xfrm>
            <a:custGeom>
              <a:avLst/>
              <a:gdLst/>
              <a:ahLst/>
              <a:cxnLst/>
              <a:rect l="l" t="t" r="r" b="b"/>
              <a:pathLst>
                <a:path w="8167" h="11358" extrusionOk="0">
                  <a:moveTo>
                    <a:pt x="1" y="0"/>
                  </a:moveTo>
                  <a:lnTo>
                    <a:pt x="1063" y="11358"/>
                  </a:lnTo>
                  <a:cubicBezTo>
                    <a:pt x="7092" y="6263"/>
                    <a:pt x="8167" y="5538"/>
                    <a:pt x="8167" y="5538"/>
                  </a:cubicBezTo>
                  <a:cubicBezTo>
                    <a:pt x="4084" y="1259"/>
                    <a:pt x="1" y="0"/>
                    <a:pt x="1" y="0"/>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9"/>
            <p:cNvSpPr/>
            <p:nvPr/>
          </p:nvSpPr>
          <p:spPr>
            <a:xfrm>
              <a:off x="1803725" y="3440650"/>
              <a:ext cx="541950" cy="454700"/>
            </a:xfrm>
            <a:custGeom>
              <a:avLst/>
              <a:gdLst/>
              <a:ahLst/>
              <a:cxnLst/>
              <a:rect l="l" t="t" r="r" b="b"/>
              <a:pathLst>
                <a:path w="21678" h="18188" extrusionOk="0">
                  <a:moveTo>
                    <a:pt x="13652" y="0"/>
                  </a:moveTo>
                  <a:cubicBezTo>
                    <a:pt x="9946" y="0"/>
                    <a:pt x="7638" y="1576"/>
                    <a:pt x="7638" y="1576"/>
                  </a:cubicBezTo>
                  <a:cubicBezTo>
                    <a:pt x="4906" y="9227"/>
                    <a:pt x="2358" y="12884"/>
                    <a:pt x="431" y="16169"/>
                  </a:cubicBezTo>
                  <a:cubicBezTo>
                    <a:pt x="0" y="16905"/>
                    <a:pt x="400" y="18187"/>
                    <a:pt x="1510" y="18187"/>
                  </a:cubicBezTo>
                  <a:cubicBezTo>
                    <a:pt x="1909" y="18187"/>
                    <a:pt x="2401" y="18021"/>
                    <a:pt x="2978" y="17603"/>
                  </a:cubicBezTo>
                  <a:cubicBezTo>
                    <a:pt x="4585" y="16441"/>
                    <a:pt x="6209" y="16086"/>
                    <a:pt x="7778" y="16086"/>
                  </a:cubicBezTo>
                  <a:cubicBezTo>
                    <a:pt x="10238" y="16086"/>
                    <a:pt x="12564" y="16960"/>
                    <a:pt x="14480" y="16969"/>
                  </a:cubicBezTo>
                  <a:cubicBezTo>
                    <a:pt x="17180" y="16981"/>
                    <a:pt x="19255" y="17474"/>
                    <a:pt x="19255" y="17474"/>
                  </a:cubicBezTo>
                  <a:cubicBezTo>
                    <a:pt x="20480" y="13042"/>
                    <a:pt x="21163" y="8040"/>
                    <a:pt x="21492" y="5070"/>
                  </a:cubicBezTo>
                  <a:cubicBezTo>
                    <a:pt x="21677" y="3398"/>
                    <a:pt x="20746" y="1791"/>
                    <a:pt x="19192" y="1148"/>
                  </a:cubicBezTo>
                  <a:cubicBezTo>
                    <a:pt x="17132" y="297"/>
                    <a:pt x="15260" y="0"/>
                    <a:pt x="13652" y="0"/>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9"/>
            <p:cNvSpPr/>
            <p:nvPr/>
          </p:nvSpPr>
          <p:spPr>
            <a:xfrm>
              <a:off x="2308125" y="3618825"/>
              <a:ext cx="26700" cy="161600"/>
            </a:xfrm>
            <a:custGeom>
              <a:avLst/>
              <a:gdLst/>
              <a:ahLst/>
              <a:cxnLst/>
              <a:rect l="l" t="t" r="r" b="b"/>
              <a:pathLst>
                <a:path w="1068" h="6464" fill="none" extrusionOk="0">
                  <a:moveTo>
                    <a:pt x="1" y="6464"/>
                  </a:moveTo>
                  <a:lnTo>
                    <a:pt x="1067" y="0"/>
                  </a:lnTo>
                </a:path>
              </a:pathLst>
            </a:custGeom>
            <a:noFill/>
            <a:ln w="19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9"/>
            <p:cNvSpPr/>
            <p:nvPr/>
          </p:nvSpPr>
          <p:spPr>
            <a:xfrm>
              <a:off x="2238000" y="3657925"/>
              <a:ext cx="270925" cy="255975"/>
            </a:xfrm>
            <a:custGeom>
              <a:avLst/>
              <a:gdLst/>
              <a:ahLst/>
              <a:cxnLst/>
              <a:rect l="l" t="t" r="r" b="b"/>
              <a:pathLst>
                <a:path w="10837" h="10239" extrusionOk="0">
                  <a:moveTo>
                    <a:pt x="8657" y="1"/>
                  </a:moveTo>
                  <a:cubicBezTo>
                    <a:pt x="6757" y="1"/>
                    <a:pt x="4317" y="3560"/>
                    <a:pt x="3306" y="5188"/>
                  </a:cubicBezTo>
                  <a:cubicBezTo>
                    <a:pt x="2472" y="6531"/>
                    <a:pt x="0" y="6607"/>
                    <a:pt x="0" y="6607"/>
                  </a:cubicBezTo>
                  <a:lnTo>
                    <a:pt x="1408" y="10239"/>
                  </a:lnTo>
                  <a:cubicBezTo>
                    <a:pt x="2874" y="9878"/>
                    <a:pt x="4272" y="9646"/>
                    <a:pt x="5313" y="9160"/>
                  </a:cubicBezTo>
                  <a:cubicBezTo>
                    <a:pt x="7236" y="8263"/>
                    <a:pt x="8897" y="6862"/>
                    <a:pt x="10011" y="5056"/>
                  </a:cubicBezTo>
                  <a:cubicBezTo>
                    <a:pt x="10686" y="3964"/>
                    <a:pt x="10836" y="2713"/>
                    <a:pt x="10377" y="1566"/>
                  </a:cubicBezTo>
                  <a:cubicBezTo>
                    <a:pt x="9928" y="443"/>
                    <a:pt x="9326" y="1"/>
                    <a:pt x="8657" y="1"/>
                  </a:cubicBezTo>
                  <a:close/>
                </a:path>
              </a:pathLst>
            </a:custGeom>
            <a:solidFill>
              <a:srgbClr val="CDB19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9"/>
            <p:cNvSpPr/>
            <p:nvPr/>
          </p:nvSpPr>
          <p:spPr>
            <a:xfrm>
              <a:off x="2338700" y="3713800"/>
              <a:ext cx="36675" cy="46175"/>
            </a:xfrm>
            <a:custGeom>
              <a:avLst/>
              <a:gdLst/>
              <a:ahLst/>
              <a:cxnLst/>
              <a:rect l="l" t="t" r="r" b="b"/>
              <a:pathLst>
                <a:path w="1467" h="1847" fill="none" extrusionOk="0">
                  <a:moveTo>
                    <a:pt x="1" y="1846"/>
                  </a:moveTo>
                  <a:cubicBezTo>
                    <a:pt x="1" y="1846"/>
                    <a:pt x="183" y="1415"/>
                    <a:pt x="1466" y="1"/>
                  </a:cubicBezTo>
                </a:path>
              </a:pathLst>
            </a:custGeom>
            <a:noFill/>
            <a:ln w="19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9"/>
            <p:cNvSpPr/>
            <p:nvPr/>
          </p:nvSpPr>
          <p:spPr>
            <a:xfrm>
              <a:off x="1725775" y="3450525"/>
              <a:ext cx="229125" cy="297225"/>
            </a:xfrm>
            <a:custGeom>
              <a:avLst/>
              <a:gdLst/>
              <a:ahLst/>
              <a:cxnLst/>
              <a:rect l="l" t="t" r="r" b="b"/>
              <a:pathLst>
                <a:path w="9165" h="11889" extrusionOk="0">
                  <a:moveTo>
                    <a:pt x="136" y="0"/>
                  </a:moveTo>
                  <a:cubicBezTo>
                    <a:pt x="0" y="1479"/>
                    <a:pt x="2" y="3938"/>
                    <a:pt x="209" y="5093"/>
                  </a:cubicBezTo>
                  <a:lnTo>
                    <a:pt x="209" y="5091"/>
                  </a:lnTo>
                  <a:cubicBezTo>
                    <a:pt x="583" y="7181"/>
                    <a:pt x="899" y="8457"/>
                    <a:pt x="2029" y="10253"/>
                  </a:cubicBezTo>
                  <a:cubicBezTo>
                    <a:pt x="2714" y="11340"/>
                    <a:pt x="3493" y="11779"/>
                    <a:pt x="4724" y="11874"/>
                  </a:cubicBezTo>
                  <a:cubicBezTo>
                    <a:pt x="4852" y="11884"/>
                    <a:pt x="4973" y="11889"/>
                    <a:pt x="5088" y="11889"/>
                  </a:cubicBezTo>
                  <a:cubicBezTo>
                    <a:pt x="9164" y="11889"/>
                    <a:pt x="5795" y="5964"/>
                    <a:pt x="4896" y="3610"/>
                  </a:cubicBezTo>
                  <a:cubicBezTo>
                    <a:pt x="4417" y="2356"/>
                    <a:pt x="4007" y="530"/>
                    <a:pt x="4007" y="530"/>
                  </a:cubicBezTo>
                  <a:lnTo>
                    <a:pt x="136" y="0"/>
                  </a:lnTo>
                  <a:close/>
                </a:path>
              </a:pathLst>
            </a:custGeom>
            <a:solidFill>
              <a:srgbClr val="CDB19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9"/>
            <p:cNvSpPr/>
            <p:nvPr/>
          </p:nvSpPr>
          <p:spPr>
            <a:xfrm>
              <a:off x="1858825" y="3845150"/>
              <a:ext cx="389250" cy="76600"/>
            </a:xfrm>
            <a:custGeom>
              <a:avLst/>
              <a:gdLst/>
              <a:ahLst/>
              <a:cxnLst/>
              <a:rect l="l" t="t" r="r" b="b"/>
              <a:pathLst>
                <a:path w="15570" h="3064" extrusionOk="0">
                  <a:moveTo>
                    <a:pt x="6385" y="1"/>
                  </a:moveTo>
                  <a:cubicBezTo>
                    <a:pt x="802" y="1"/>
                    <a:pt x="374" y="1681"/>
                    <a:pt x="374" y="1681"/>
                  </a:cubicBezTo>
                  <a:lnTo>
                    <a:pt x="0" y="3063"/>
                  </a:lnTo>
                  <a:cubicBezTo>
                    <a:pt x="1156" y="2394"/>
                    <a:pt x="3080" y="1387"/>
                    <a:pt x="9215" y="1387"/>
                  </a:cubicBezTo>
                  <a:cubicBezTo>
                    <a:pt x="10498" y="1387"/>
                    <a:pt x="11966" y="1431"/>
                    <a:pt x="13649" y="1532"/>
                  </a:cubicBezTo>
                  <a:cubicBezTo>
                    <a:pt x="13787" y="1540"/>
                    <a:pt x="13910" y="1544"/>
                    <a:pt x="14020" y="1544"/>
                  </a:cubicBezTo>
                  <a:cubicBezTo>
                    <a:pt x="15570" y="1544"/>
                    <a:pt x="14422" y="775"/>
                    <a:pt x="14422" y="775"/>
                  </a:cubicBezTo>
                  <a:cubicBezTo>
                    <a:pt x="10964" y="210"/>
                    <a:pt x="8354" y="1"/>
                    <a:pt x="63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9"/>
            <p:cNvSpPr/>
            <p:nvPr/>
          </p:nvSpPr>
          <p:spPr>
            <a:xfrm>
              <a:off x="1462600" y="2976450"/>
              <a:ext cx="256325" cy="218475"/>
            </a:xfrm>
            <a:custGeom>
              <a:avLst/>
              <a:gdLst/>
              <a:ahLst/>
              <a:cxnLst/>
              <a:rect l="l" t="t" r="r" b="b"/>
              <a:pathLst>
                <a:path w="10253" h="8739" extrusionOk="0">
                  <a:moveTo>
                    <a:pt x="6385" y="1"/>
                  </a:moveTo>
                  <a:cubicBezTo>
                    <a:pt x="5288" y="1"/>
                    <a:pt x="4183" y="363"/>
                    <a:pt x="3264" y="1106"/>
                  </a:cubicBezTo>
                  <a:lnTo>
                    <a:pt x="2466" y="1751"/>
                  </a:lnTo>
                  <a:cubicBezTo>
                    <a:pt x="332" y="3476"/>
                    <a:pt x="1" y="6605"/>
                    <a:pt x="1727" y="8738"/>
                  </a:cubicBezTo>
                  <a:cubicBezTo>
                    <a:pt x="1727" y="8738"/>
                    <a:pt x="4642" y="3642"/>
                    <a:pt x="10252" y="1846"/>
                  </a:cubicBezTo>
                  <a:cubicBezTo>
                    <a:pt x="9270" y="632"/>
                    <a:pt x="7834" y="1"/>
                    <a:pt x="6385"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9"/>
            <p:cNvSpPr/>
            <p:nvPr/>
          </p:nvSpPr>
          <p:spPr>
            <a:xfrm>
              <a:off x="1541450" y="3067025"/>
              <a:ext cx="1272350" cy="1482700"/>
            </a:xfrm>
            <a:custGeom>
              <a:avLst/>
              <a:gdLst/>
              <a:ahLst/>
              <a:cxnLst/>
              <a:rect l="l" t="t" r="r" b="b"/>
              <a:pathLst>
                <a:path w="50894" h="59308" extrusionOk="0">
                  <a:moveTo>
                    <a:pt x="8526" y="1"/>
                  </a:moveTo>
                  <a:lnTo>
                    <a:pt x="0" y="6893"/>
                  </a:lnTo>
                  <a:lnTo>
                    <a:pt x="42368" y="59307"/>
                  </a:lnTo>
                  <a:lnTo>
                    <a:pt x="50894" y="52415"/>
                  </a:lnTo>
                  <a:lnTo>
                    <a:pt x="8526" y="1"/>
                  </a:lnTo>
                  <a:close/>
                </a:path>
              </a:pathLst>
            </a:cu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9"/>
            <p:cNvSpPr/>
            <p:nvPr/>
          </p:nvSpPr>
          <p:spPr>
            <a:xfrm>
              <a:off x="2600825" y="4377125"/>
              <a:ext cx="344800" cy="380800"/>
            </a:xfrm>
            <a:custGeom>
              <a:avLst/>
              <a:gdLst/>
              <a:ahLst/>
              <a:cxnLst/>
              <a:rect l="l" t="t" r="r" b="b"/>
              <a:pathLst>
                <a:path w="13792" h="15232" extrusionOk="0">
                  <a:moveTo>
                    <a:pt x="8526" y="1"/>
                  </a:moveTo>
                  <a:cubicBezTo>
                    <a:pt x="8526" y="1"/>
                    <a:pt x="2557" y="580"/>
                    <a:pt x="0" y="6893"/>
                  </a:cubicBezTo>
                  <a:lnTo>
                    <a:pt x="13791" y="15232"/>
                  </a:lnTo>
                  <a:lnTo>
                    <a:pt x="8526" y="1"/>
                  </a:ln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9"/>
            <p:cNvSpPr/>
            <p:nvPr/>
          </p:nvSpPr>
          <p:spPr>
            <a:xfrm>
              <a:off x="2826125" y="4625200"/>
              <a:ext cx="119500" cy="132725"/>
            </a:xfrm>
            <a:custGeom>
              <a:avLst/>
              <a:gdLst/>
              <a:ahLst/>
              <a:cxnLst/>
              <a:rect l="l" t="t" r="r" b="b"/>
              <a:pathLst>
                <a:path w="4780" h="5309" extrusionOk="0">
                  <a:moveTo>
                    <a:pt x="2516" y="1"/>
                  </a:moveTo>
                  <a:cubicBezTo>
                    <a:pt x="1731" y="1"/>
                    <a:pt x="153" y="271"/>
                    <a:pt x="0" y="2419"/>
                  </a:cubicBezTo>
                  <a:lnTo>
                    <a:pt x="4779" y="5309"/>
                  </a:lnTo>
                  <a:lnTo>
                    <a:pt x="4779" y="5309"/>
                  </a:lnTo>
                  <a:lnTo>
                    <a:pt x="2955" y="31"/>
                  </a:lnTo>
                  <a:cubicBezTo>
                    <a:pt x="2955" y="31"/>
                    <a:pt x="2781" y="1"/>
                    <a:pt x="251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9"/>
            <p:cNvSpPr/>
            <p:nvPr/>
          </p:nvSpPr>
          <p:spPr>
            <a:xfrm>
              <a:off x="1503275" y="3019525"/>
              <a:ext cx="291275" cy="268975"/>
            </a:xfrm>
            <a:custGeom>
              <a:avLst/>
              <a:gdLst/>
              <a:ahLst/>
              <a:cxnLst/>
              <a:rect l="l" t="t" r="r" b="b"/>
              <a:pathLst>
                <a:path w="11651" h="10759" extrusionOk="0">
                  <a:moveTo>
                    <a:pt x="8527" y="1"/>
                  </a:moveTo>
                  <a:cubicBezTo>
                    <a:pt x="8527" y="1"/>
                    <a:pt x="2725" y="1155"/>
                    <a:pt x="1" y="6895"/>
                  </a:cubicBezTo>
                  <a:lnTo>
                    <a:pt x="3125" y="10758"/>
                  </a:lnTo>
                  <a:cubicBezTo>
                    <a:pt x="3125" y="10758"/>
                    <a:pt x="6041" y="5662"/>
                    <a:pt x="11651" y="3866"/>
                  </a:cubicBezTo>
                  <a:lnTo>
                    <a:pt x="852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9"/>
            <p:cNvSpPr/>
            <p:nvPr/>
          </p:nvSpPr>
          <p:spPr>
            <a:xfrm>
              <a:off x="1902725" y="3345300"/>
              <a:ext cx="774550" cy="958050"/>
            </a:xfrm>
            <a:custGeom>
              <a:avLst/>
              <a:gdLst/>
              <a:ahLst/>
              <a:cxnLst/>
              <a:rect l="l" t="t" r="r" b="b"/>
              <a:pathLst>
                <a:path w="30982" h="38322" fill="none" extrusionOk="0">
                  <a:moveTo>
                    <a:pt x="30982" y="38321"/>
                  </a:moveTo>
                  <a:lnTo>
                    <a:pt x="1" y="0"/>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9"/>
            <p:cNvSpPr/>
            <p:nvPr/>
          </p:nvSpPr>
          <p:spPr>
            <a:xfrm>
              <a:off x="1703950" y="3297650"/>
              <a:ext cx="661650" cy="818400"/>
            </a:xfrm>
            <a:custGeom>
              <a:avLst/>
              <a:gdLst/>
              <a:ahLst/>
              <a:cxnLst/>
              <a:rect l="l" t="t" r="r" b="b"/>
              <a:pathLst>
                <a:path w="26466" h="32736" fill="none" extrusionOk="0">
                  <a:moveTo>
                    <a:pt x="0" y="1"/>
                  </a:moveTo>
                  <a:lnTo>
                    <a:pt x="26466" y="32736"/>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9"/>
            <p:cNvSpPr/>
            <p:nvPr/>
          </p:nvSpPr>
          <p:spPr>
            <a:xfrm>
              <a:off x="2184600" y="3780075"/>
              <a:ext cx="244625" cy="168900"/>
            </a:xfrm>
            <a:custGeom>
              <a:avLst/>
              <a:gdLst/>
              <a:ahLst/>
              <a:cxnLst/>
              <a:rect l="l" t="t" r="r" b="b"/>
              <a:pathLst>
                <a:path w="9785" h="6756" extrusionOk="0">
                  <a:moveTo>
                    <a:pt x="6902" y="1"/>
                  </a:moveTo>
                  <a:cubicBezTo>
                    <a:pt x="6727" y="1"/>
                    <a:pt x="6556" y="12"/>
                    <a:pt x="6382" y="31"/>
                  </a:cubicBezTo>
                  <a:cubicBezTo>
                    <a:pt x="5395" y="137"/>
                    <a:pt x="3996" y="259"/>
                    <a:pt x="3305" y="633"/>
                  </a:cubicBezTo>
                  <a:cubicBezTo>
                    <a:pt x="2637" y="995"/>
                    <a:pt x="2005" y="1062"/>
                    <a:pt x="2259" y="1705"/>
                  </a:cubicBezTo>
                  <a:cubicBezTo>
                    <a:pt x="2336" y="1900"/>
                    <a:pt x="2509" y="1973"/>
                    <a:pt x="2728" y="1973"/>
                  </a:cubicBezTo>
                  <a:cubicBezTo>
                    <a:pt x="3016" y="1973"/>
                    <a:pt x="3385" y="1847"/>
                    <a:pt x="3724" y="1711"/>
                  </a:cubicBezTo>
                  <a:cubicBezTo>
                    <a:pt x="3961" y="1617"/>
                    <a:pt x="4111" y="1577"/>
                    <a:pt x="4192" y="1577"/>
                  </a:cubicBezTo>
                  <a:cubicBezTo>
                    <a:pt x="4416" y="1577"/>
                    <a:pt x="4111" y="1876"/>
                    <a:pt x="3624" y="2148"/>
                  </a:cubicBezTo>
                  <a:cubicBezTo>
                    <a:pt x="3350" y="2299"/>
                    <a:pt x="2427" y="2628"/>
                    <a:pt x="1496" y="2781"/>
                  </a:cubicBezTo>
                  <a:cubicBezTo>
                    <a:pt x="564" y="2934"/>
                    <a:pt x="1" y="3286"/>
                    <a:pt x="182" y="3726"/>
                  </a:cubicBezTo>
                  <a:cubicBezTo>
                    <a:pt x="266" y="3928"/>
                    <a:pt x="570" y="3983"/>
                    <a:pt x="874" y="3983"/>
                  </a:cubicBezTo>
                  <a:cubicBezTo>
                    <a:pt x="1230" y="3983"/>
                    <a:pt x="1586" y="3908"/>
                    <a:pt x="1586" y="3908"/>
                  </a:cubicBezTo>
                  <a:lnTo>
                    <a:pt x="1586" y="3908"/>
                  </a:lnTo>
                  <a:cubicBezTo>
                    <a:pt x="498" y="4152"/>
                    <a:pt x="44" y="4476"/>
                    <a:pt x="171" y="4961"/>
                  </a:cubicBezTo>
                  <a:cubicBezTo>
                    <a:pt x="238" y="5216"/>
                    <a:pt x="660" y="5265"/>
                    <a:pt x="975" y="5265"/>
                  </a:cubicBezTo>
                  <a:cubicBezTo>
                    <a:pt x="1173" y="5265"/>
                    <a:pt x="1330" y="5246"/>
                    <a:pt x="1330" y="5246"/>
                  </a:cubicBezTo>
                  <a:lnTo>
                    <a:pt x="1330" y="5246"/>
                  </a:lnTo>
                  <a:cubicBezTo>
                    <a:pt x="1330" y="5246"/>
                    <a:pt x="969" y="5428"/>
                    <a:pt x="1186" y="5819"/>
                  </a:cubicBezTo>
                  <a:cubicBezTo>
                    <a:pt x="1304" y="6031"/>
                    <a:pt x="1674" y="6080"/>
                    <a:pt x="1988" y="6080"/>
                  </a:cubicBezTo>
                  <a:cubicBezTo>
                    <a:pt x="2252" y="6080"/>
                    <a:pt x="2475" y="6046"/>
                    <a:pt x="2475" y="6046"/>
                  </a:cubicBezTo>
                  <a:lnTo>
                    <a:pt x="2475" y="6046"/>
                  </a:lnTo>
                  <a:cubicBezTo>
                    <a:pt x="2235" y="6245"/>
                    <a:pt x="2362" y="6496"/>
                    <a:pt x="2362" y="6496"/>
                  </a:cubicBezTo>
                  <a:cubicBezTo>
                    <a:pt x="2494" y="6692"/>
                    <a:pt x="2758" y="6755"/>
                    <a:pt x="3042" y="6755"/>
                  </a:cubicBezTo>
                  <a:cubicBezTo>
                    <a:pt x="3550" y="6755"/>
                    <a:pt x="4122" y="6555"/>
                    <a:pt x="4122" y="6555"/>
                  </a:cubicBezTo>
                  <a:cubicBezTo>
                    <a:pt x="7111" y="5524"/>
                    <a:pt x="7199" y="5036"/>
                    <a:pt x="7692" y="4554"/>
                  </a:cubicBezTo>
                  <a:cubicBezTo>
                    <a:pt x="8185" y="4071"/>
                    <a:pt x="9125" y="2802"/>
                    <a:pt x="9125" y="2802"/>
                  </a:cubicBezTo>
                  <a:cubicBezTo>
                    <a:pt x="9784" y="1783"/>
                    <a:pt x="8405" y="246"/>
                    <a:pt x="7732" y="94"/>
                  </a:cubicBezTo>
                  <a:cubicBezTo>
                    <a:pt x="7433" y="27"/>
                    <a:pt x="7164" y="1"/>
                    <a:pt x="6902" y="1"/>
                  </a:cubicBezTo>
                  <a:close/>
                </a:path>
              </a:pathLst>
            </a:custGeom>
            <a:solidFill>
              <a:srgbClr val="CDB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9"/>
            <p:cNvSpPr/>
            <p:nvPr/>
          </p:nvSpPr>
          <p:spPr>
            <a:xfrm>
              <a:off x="2234725" y="3780100"/>
              <a:ext cx="96575" cy="42650"/>
            </a:xfrm>
            <a:custGeom>
              <a:avLst/>
              <a:gdLst/>
              <a:ahLst/>
              <a:cxnLst/>
              <a:rect l="l" t="t" r="r" b="b"/>
              <a:pathLst>
                <a:path w="3863" h="1706" fill="none" extrusionOk="0">
                  <a:moveTo>
                    <a:pt x="254" y="1705"/>
                  </a:moveTo>
                  <a:cubicBezTo>
                    <a:pt x="0" y="1061"/>
                    <a:pt x="632" y="994"/>
                    <a:pt x="1300" y="632"/>
                  </a:cubicBezTo>
                  <a:cubicBezTo>
                    <a:pt x="1991" y="258"/>
                    <a:pt x="2878" y="105"/>
                    <a:pt x="3863" y="0"/>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9"/>
            <p:cNvSpPr/>
            <p:nvPr/>
          </p:nvSpPr>
          <p:spPr>
            <a:xfrm>
              <a:off x="2184600" y="3833750"/>
              <a:ext cx="90600" cy="70350"/>
            </a:xfrm>
            <a:custGeom>
              <a:avLst/>
              <a:gdLst/>
              <a:ahLst/>
              <a:cxnLst/>
              <a:rect l="l" t="t" r="r" b="b"/>
              <a:pathLst>
                <a:path w="3624" h="2814" fill="none" extrusionOk="0">
                  <a:moveTo>
                    <a:pt x="171" y="2814"/>
                  </a:moveTo>
                  <a:cubicBezTo>
                    <a:pt x="44" y="2329"/>
                    <a:pt x="498" y="2005"/>
                    <a:pt x="1586" y="1761"/>
                  </a:cubicBezTo>
                  <a:cubicBezTo>
                    <a:pt x="1586" y="1761"/>
                    <a:pt x="363" y="2019"/>
                    <a:pt x="182" y="1579"/>
                  </a:cubicBezTo>
                  <a:cubicBezTo>
                    <a:pt x="1" y="1139"/>
                    <a:pt x="564" y="787"/>
                    <a:pt x="1496" y="634"/>
                  </a:cubicBezTo>
                  <a:cubicBezTo>
                    <a:pt x="2427" y="481"/>
                    <a:pt x="3350" y="152"/>
                    <a:pt x="3624" y="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9"/>
            <p:cNvSpPr/>
            <p:nvPr/>
          </p:nvSpPr>
          <p:spPr>
            <a:xfrm>
              <a:off x="2214225" y="3925525"/>
              <a:ext cx="73425" cy="30650"/>
            </a:xfrm>
            <a:custGeom>
              <a:avLst/>
              <a:gdLst/>
              <a:ahLst/>
              <a:cxnLst/>
              <a:rect l="l" t="t" r="r" b="b"/>
              <a:pathLst>
                <a:path w="2937" h="1226" fill="none" extrusionOk="0">
                  <a:moveTo>
                    <a:pt x="2937" y="738"/>
                  </a:moveTo>
                  <a:cubicBezTo>
                    <a:pt x="2937" y="738"/>
                    <a:pt x="1544" y="1225"/>
                    <a:pt x="1177" y="679"/>
                  </a:cubicBezTo>
                  <a:cubicBezTo>
                    <a:pt x="1177" y="679"/>
                    <a:pt x="1050" y="427"/>
                    <a:pt x="1290" y="228"/>
                  </a:cubicBezTo>
                  <a:cubicBezTo>
                    <a:pt x="1290" y="228"/>
                    <a:pt x="218" y="392"/>
                    <a:pt x="1" y="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9"/>
            <p:cNvSpPr/>
            <p:nvPr/>
          </p:nvSpPr>
          <p:spPr>
            <a:xfrm>
              <a:off x="2213325" y="3849700"/>
              <a:ext cx="87825" cy="30125"/>
            </a:xfrm>
            <a:custGeom>
              <a:avLst/>
              <a:gdLst/>
              <a:ahLst/>
              <a:cxnLst/>
              <a:rect l="l" t="t" r="r" b="b"/>
              <a:pathLst>
                <a:path w="3513" h="1205" fill="none" extrusionOk="0">
                  <a:moveTo>
                    <a:pt x="1" y="1185"/>
                  </a:moveTo>
                  <a:cubicBezTo>
                    <a:pt x="1" y="1185"/>
                    <a:pt x="790" y="1204"/>
                    <a:pt x="3513" y="0"/>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9"/>
            <p:cNvSpPr/>
            <p:nvPr/>
          </p:nvSpPr>
          <p:spPr>
            <a:xfrm>
              <a:off x="2217825" y="3880725"/>
              <a:ext cx="97725" cy="30500"/>
            </a:xfrm>
            <a:custGeom>
              <a:avLst/>
              <a:gdLst/>
              <a:ahLst/>
              <a:cxnLst/>
              <a:rect l="l" t="t" r="r" b="b"/>
              <a:pathLst>
                <a:path w="3909" h="1220" fill="none" extrusionOk="0">
                  <a:moveTo>
                    <a:pt x="1" y="1220"/>
                  </a:moveTo>
                  <a:cubicBezTo>
                    <a:pt x="1" y="1220"/>
                    <a:pt x="1325" y="1136"/>
                    <a:pt x="3909" y="0"/>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9"/>
            <p:cNvSpPr/>
            <p:nvPr/>
          </p:nvSpPr>
          <p:spPr>
            <a:xfrm>
              <a:off x="2246475" y="3909100"/>
              <a:ext cx="73400" cy="22125"/>
            </a:xfrm>
            <a:custGeom>
              <a:avLst/>
              <a:gdLst/>
              <a:ahLst/>
              <a:cxnLst/>
              <a:rect l="l" t="t" r="r" b="b"/>
              <a:pathLst>
                <a:path w="2936" h="885" fill="none" extrusionOk="0">
                  <a:moveTo>
                    <a:pt x="0" y="885"/>
                  </a:moveTo>
                  <a:cubicBezTo>
                    <a:pt x="0" y="885"/>
                    <a:pt x="1563" y="658"/>
                    <a:pt x="2935" y="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9"/>
            <p:cNvSpPr/>
            <p:nvPr/>
          </p:nvSpPr>
          <p:spPr>
            <a:xfrm>
              <a:off x="1714575" y="3381725"/>
              <a:ext cx="165200" cy="262600"/>
            </a:xfrm>
            <a:custGeom>
              <a:avLst/>
              <a:gdLst/>
              <a:ahLst/>
              <a:cxnLst/>
              <a:rect l="l" t="t" r="r" b="b"/>
              <a:pathLst>
                <a:path w="6608" h="10504" extrusionOk="0">
                  <a:moveTo>
                    <a:pt x="4006" y="1"/>
                  </a:moveTo>
                  <a:cubicBezTo>
                    <a:pt x="3529" y="1"/>
                    <a:pt x="3317" y="514"/>
                    <a:pt x="3303" y="1604"/>
                  </a:cubicBezTo>
                  <a:cubicBezTo>
                    <a:pt x="3303" y="1604"/>
                    <a:pt x="3302" y="354"/>
                    <a:pt x="2834" y="268"/>
                  </a:cubicBezTo>
                  <a:cubicBezTo>
                    <a:pt x="2805" y="263"/>
                    <a:pt x="2777" y="260"/>
                    <a:pt x="2750" y="260"/>
                  </a:cubicBezTo>
                  <a:cubicBezTo>
                    <a:pt x="2338" y="260"/>
                    <a:pt x="2141" y="865"/>
                    <a:pt x="2183" y="1749"/>
                  </a:cubicBezTo>
                  <a:cubicBezTo>
                    <a:pt x="2226" y="2692"/>
                    <a:pt x="1937" y="3620"/>
                    <a:pt x="1845" y="3920"/>
                  </a:cubicBezTo>
                  <a:cubicBezTo>
                    <a:pt x="1714" y="4344"/>
                    <a:pt x="1541" y="4659"/>
                    <a:pt x="1454" y="4659"/>
                  </a:cubicBezTo>
                  <a:cubicBezTo>
                    <a:pt x="1391" y="4659"/>
                    <a:pt x="1371" y="4500"/>
                    <a:pt x="1439" y="4108"/>
                  </a:cubicBezTo>
                  <a:cubicBezTo>
                    <a:pt x="1549" y="3475"/>
                    <a:pt x="1727" y="2969"/>
                    <a:pt x="1247" y="2888"/>
                  </a:cubicBezTo>
                  <a:cubicBezTo>
                    <a:pt x="1216" y="2882"/>
                    <a:pt x="1185" y="2880"/>
                    <a:pt x="1155" y="2880"/>
                  </a:cubicBezTo>
                  <a:cubicBezTo>
                    <a:pt x="534" y="2880"/>
                    <a:pt x="225" y="3983"/>
                    <a:pt x="122" y="4700"/>
                  </a:cubicBezTo>
                  <a:cubicBezTo>
                    <a:pt x="1" y="5536"/>
                    <a:pt x="244" y="6070"/>
                    <a:pt x="346" y="7056"/>
                  </a:cubicBezTo>
                  <a:cubicBezTo>
                    <a:pt x="390" y="7491"/>
                    <a:pt x="512" y="7757"/>
                    <a:pt x="726" y="8221"/>
                  </a:cubicBezTo>
                  <a:cubicBezTo>
                    <a:pt x="969" y="8752"/>
                    <a:pt x="3991" y="10504"/>
                    <a:pt x="5431" y="10504"/>
                  </a:cubicBezTo>
                  <a:cubicBezTo>
                    <a:pt x="5690" y="10504"/>
                    <a:pt x="5898" y="10447"/>
                    <a:pt x="6029" y="10316"/>
                  </a:cubicBezTo>
                  <a:cubicBezTo>
                    <a:pt x="6029" y="10316"/>
                    <a:pt x="4611" y="8984"/>
                    <a:pt x="5090" y="8455"/>
                  </a:cubicBezTo>
                  <a:cubicBezTo>
                    <a:pt x="5935" y="7519"/>
                    <a:pt x="6029" y="6675"/>
                    <a:pt x="6419" y="3537"/>
                  </a:cubicBezTo>
                  <a:cubicBezTo>
                    <a:pt x="6419" y="3537"/>
                    <a:pt x="6607" y="2073"/>
                    <a:pt x="5996" y="1826"/>
                  </a:cubicBezTo>
                  <a:cubicBezTo>
                    <a:pt x="5996" y="1826"/>
                    <a:pt x="5964" y="1818"/>
                    <a:pt x="5915" y="1818"/>
                  </a:cubicBezTo>
                  <a:cubicBezTo>
                    <a:pt x="5823" y="1818"/>
                    <a:pt x="5674" y="1849"/>
                    <a:pt x="5579" y="2031"/>
                  </a:cubicBezTo>
                  <a:cubicBezTo>
                    <a:pt x="5579" y="2031"/>
                    <a:pt x="5517" y="947"/>
                    <a:pt x="5090" y="817"/>
                  </a:cubicBezTo>
                  <a:cubicBezTo>
                    <a:pt x="5028" y="798"/>
                    <a:pt x="4973" y="790"/>
                    <a:pt x="4924" y="790"/>
                  </a:cubicBezTo>
                  <a:cubicBezTo>
                    <a:pt x="4634" y="790"/>
                    <a:pt x="4558" y="1077"/>
                    <a:pt x="4558" y="1077"/>
                  </a:cubicBezTo>
                  <a:cubicBezTo>
                    <a:pt x="4558" y="1077"/>
                    <a:pt x="4470" y="23"/>
                    <a:pt x="4041" y="2"/>
                  </a:cubicBezTo>
                  <a:cubicBezTo>
                    <a:pt x="4029" y="1"/>
                    <a:pt x="4018" y="1"/>
                    <a:pt x="4006" y="1"/>
                  </a:cubicBezTo>
                  <a:close/>
                </a:path>
              </a:pathLst>
            </a:custGeom>
            <a:solidFill>
              <a:srgbClr val="CDB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9"/>
            <p:cNvSpPr/>
            <p:nvPr/>
          </p:nvSpPr>
          <p:spPr>
            <a:xfrm>
              <a:off x="1713700" y="3386250"/>
              <a:ext cx="71725" cy="171850"/>
            </a:xfrm>
            <a:custGeom>
              <a:avLst/>
              <a:gdLst/>
              <a:ahLst/>
              <a:cxnLst/>
              <a:rect l="l" t="t" r="r" b="b"/>
              <a:pathLst>
                <a:path w="2869" h="6874" fill="none" extrusionOk="0">
                  <a:moveTo>
                    <a:pt x="2869" y="87"/>
                  </a:moveTo>
                  <a:cubicBezTo>
                    <a:pt x="2400" y="1"/>
                    <a:pt x="2173" y="626"/>
                    <a:pt x="2218" y="1568"/>
                  </a:cubicBezTo>
                  <a:cubicBezTo>
                    <a:pt x="2261" y="2511"/>
                    <a:pt x="1972" y="3439"/>
                    <a:pt x="1880" y="3737"/>
                  </a:cubicBezTo>
                  <a:cubicBezTo>
                    <a:pt x="1656" y="4465"/>
                    <a:pt x="1310" y="4870"/>
                    <a:pt x="1474" y="3927"/>
                  </a:cubicBezTo>
                  <a:cubicBezTo>
                    <a:pt x="1584" y="3294"/>
                    <a:pt x="1762" y="2787"/>
                    <a:pt x="1282" y="2707"/>
                  </a:cubicBezTo>
                  <a:cubicBezTo>
                    <a:pt x="599" y="2591"/>
                    <a:pt x="438" y="3462"/>
                    <a:pt x="222" y="4191"/>
                  </a:cubicBezTo>
                  <a:cubicBezTo>
                    <a:pt x="0" y="4945"/>
                    <a:pt x="279" y="5889"/>
                    <a:pt x="381" y="6874"/>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9"/>
            <p:cNvSpPr/>
            <p:nvPr/>
          </p:nvSpPr>
          <p:spPr>
            <a:xfrm>
              <a:off x="1841800" y="3402100"/>
              <a:ext cx="37975" cy="68050"/>
            </a:xfrm>
            <a:custGeom>
              <a:avLst/>
              <a:gdLst/>
              <a:ahLst/>
              <a:cxnLst/>
              <a:rect l="l" t="t" r="r" b="b"/>
              <a:pathLst>
                <a:path w="1519" h="2722" fill="none" extrusionOk="0">
                  <a:moveTo>
                    <a:pt x="1330" y="2721"/>
                  </a:moveTo>
                  <a:cubicBezTo>
                    <a:pt x="1330" y="2721"/>
                    <a:pt x="1518" y="1258"/>
                    <a:pt x="907" y="1010"/>
                  </a:cubicBezTo>
                  <a:cubicBezTo>
                    <a:pt x="907" y="1010"/>
                    <a:pt x="634" y="939"/>
                    <a:pt x="490" y="1216"/>
                  </a:cubicBezTo>
                  <a:cubicBezTo>
                    <a:pt x="490" y="1216"/>
                    <a:pt x="428" y="132"/>
                    <a:pt x="1" y="0"/>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9"/>
            <p:cNvSpPr/>
            <p:nvPr/>
          </p:nvSpPr>
          <p:spPr>
            <a:xfrm>
              <a:off x="1786850" y="3410825"/>
              <a:ext cx="11275" cy="92625"/>
            </a:xfrm>
            <a:custGeom>
              <a:avLst/>
              <a:gdLst/>
              <a:ahLst/>
              <a:cxnLst/>
              <a:rect l="l" t="t" r="r" b="b"/>
              <a:pathLst>
                <a:path w="451" h="3705" fill="none" extrusionOk="0">
                  <a:moveTo>
                    <a:pt x="383" y="0"/>
                  </a:moveTo>
                  <a:cubicBezTo>
                    <a:pt x="383" y="0"/>
                    <a:pt x="451" y="1493"/>
                    <a:pt x="1" y="3705"/>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9"/>
            <p:cNvSpPr/>
            <p:nvPr/>
          </p:nvSpPr>
          <p:spPr>
            <a:xfrm>
              <a:off x="1818750" y="3408625"/>
              <a:ext cx="12350" cy="99475"/>
            </a:xfrm>
            <a:custGeom>
              <a:avLst/>
              <a:gdLst/>
              <a:ahLst/>
              <a:cxnLst/>
              <a:rect l="l" t="t" r="r" b="b"/>
              <a:pathLst>
                <a:path w="494" h="3979" fill="none" extrusionOk="0">
                  <a:moveTo>
                    <a:pt x="391" y="1"/>
                  </a:moveTo>
                  <a:cubicBezTo>
                    <a:pt x="391" y="1"/>
                    <a:pt x="494" y="1280"/>
                    <a:pt x="1" y="3979"/>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9"/>
            <p:cNvSpPr/>
            <p:nvPr/>
          </p:nvSpPr>
          <p:spPr>
            <a:xfrm>
              <a:off x="1847700" y="3432475"/>
              <a:ext cx="9025" cy="80475"/>
            </a:xfrm>
            <a:custGeom>
              <a:avLst/>
              <a:gdLst/>
              <a:ahLst/>
              <a:cxnLst/>
              <a:rect l="l" t="t" r="r" b="b"/>
              <a:pathLst>
                <a:path w="361" h="3219" fill="none" extrusionOk="0">
                  <a:moveTo>
                    <a:pt x="254" y="1"/>
                  </a:moveTo>
                  <a:cubicBezTo>
                    <a:pt x="254" y="1"/>
                    <a:pt x="360" y="538"/>
                    <a:pt x="0" y="3218"/>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9"/>
            <p:cNvSpPr/>
            <p:nvPr/>
          </p:nvSpPr>
          <p:spPr>
            <a:xfrm>
              <a:off x="1845400" y="3615975"/>
              <a:ext cx="59975" cy="73225"/>
            </a:xfrm>
            <a:custGeom>
              <a:avLst/>
              <a:gdLst/>
              <a:ahLst/>
              <a:cxnLst/>
              <a:rect l="l" t="t" r="r" b="b"/>
              <a:pathLst>
                <a:path w="2399" h="2929" fill="none" extrusionOk="0">
                  <a:moveTo>
                    <a:pt x="1" y="1"/>
                  </a:moveTo>
                  <a:lnTo>
                    <a:pt x="2399" y="2929"/>
                  </a:lnTo>
                </a:path>
              </a:pathLst>
            </a:custGeom>
            <a:noFill/>
            <a:ln w="19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40"/>
          <p:cNvSpPr/>
          <p:nvPr/>
        </p:nvSpPr>
        <p:spPr>
          <a:xfrm>
            <a:off x="771525" y="1795500"/>
            <a:ext cx="7513500" cy="2169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40"/>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3000" dirty="0"/>
              <a:t>TEAM </a:t>
            </a:r>
            <a:r>
              <a:rPr lang="en-IN" dirty="0"/>
              <a:t>MEMBERS</a:t>
            </a:r>
            <a:endParaRPr sz="3000" dirty="0"/>
          </a:p>
        </p:txBody>
      </p:sp>
      <p:graphicFrame>
        <p:nvGraphicFramePr>
          <p:cNvPr id="568" name="Google Shape;568;p40"/>
          <p:cNvGraphicFramePr/>
          <p:nvPr>
            <p:extLst>
              <p:ext uri="{D42A27DB-BD31-4B8C-83A1-F6EECF244321}">
                <p14:modId xmlns:p14="http://schemas.microsoft.com/office/powerpoint/2010/main" xmlns="" val="1240037016"/>
              </p:ext>
            </p:extLst>
          </p:nvPr>
        </p:nvGraphicFramePr>
        <p:xfrm>
          <a:off x="771525" y="1795500"/>
          <a:ext cx="7557225" cy="3037020"/>
        </p:xfrm>
        <a:graphic>
          <a:graphicData uri="http://schemas.openxmlformats.org/drawingml/2006/table">
            <a:tbl>
              <a:tblPr>
                <a:noFill/>
                <a:tableStyleId>{39471286-A173-4940-BA39-1D596AB56303}</a:tableStyleId>
              </a:tblPr>
              <a:tblGrid>
                <a:gridCol w="2510575">
                  <a:extLst>
                    <a:ext uri="{9D8B030D-6E8A-4147-A177-3AD203B41FA5}">
                      <a16:colId xmlns:a16="http://schemas.microsoft.com/office/drawing/2014/main" xmlns="" val="20000"/>
                    </a:ext>
                  </a:extLst>
                </a:gridCol>
                <a:gridCol w="5046650">
                  <a:extLst>
                    <a:ext uri="{9D8B030D-6E8A-4147-A177-3AD203B41FA5}">
                      <a16:colId xmlns:a16="http://schemas.microsoft.com/office/drawing/2014/main" xmlns="" val="20001"/>
                    </a:ext>
                  </a:extLst>
                </a:gridCol>
              </a:tblGrid>
              <a:tr h="433860">
                <a:tc>
                  <a:txBody>
                    <a:bodyPr/>
                    <a:lstStyle/>
                    <a:p>
                      <a:pPr marL="0" lvl="0" indent="0" algn="l" rtl="0">
                        <a:spcBef>
                          <a:spcPts val="0"/>
                        </a:spcBef>
                        <a:spcAft>
                          <a:spcPts val="0"/>
                        </a:spcAft>
                        <a:buNone/>
                      </a:pPr>
                      <a:r>
                        <a:rPr lang="en-IN" sz="1100" u="none" dirty="0">
                          <a:solidFill>
                            <a:schemeClr val="dk1"/>
                          </a:solidFill>
                          <a:latin typeface="Poppins SemiBold"/>
                          <a:ea typeface="Poppins SemiBold"/>
                          <a:cs typeface="Poppins SemiBold"/>
                          <a:sym typeface="Poppins SemiBold"/>
                        </a:rPr>
                        <a:t>NAME</a:t>
                      </a:r>
                      <a:endParaRPr sz="1100" u="none" dirty="0">
                        <a:solidFill>
                          <a:schemeClr val="dk1"/>
                        </a:solidFill>
                        <a:latin typeface="Poppins SemiBold"/>
                        <a:ea typeface="Poppins SemiBold"/>
                        <a:cs typeface="Poppins SemiBold"/>
                        <a:sym typeface="Poppins Semi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6"/>
                    </a:solidFill>
                  </a:tcPr>
                </a:tc>
                <a:tc>
                  <a:txBody>
                    <a:bodyPr/>
                    <a:lstStyle/>
                    <a:p>
                      <a:pPr marL="0" lvl="0" indent="0" algn="l" rtl="0">
                        <a:spcBef>
                          <a:spcPts val="0"/>
                        </a:spcBef>
                        <a:spcAft>
                          <a:spcPts val="1600"/>
                        </a:spcAft>
                        <a:buNone/>
                      </a:pPr>
                      <a:r>
                        <a:rPr lang="en-IN" sz="1000" b="1" dirty="0">
                          <a:solidFill>
                            <a:schemeClr val="dk1"/>
                          </a:solidFill>
                          <a:latin typeface="Outfit"/>
                          <a:ea typeface="Outfit"/>
                          <a:cs typeface="Outfit"/>
                          <a:sym typeface="Outfit"/>
                        </a:rPr>
                        <a:t>REGISTER NUMBER</a:t>
                      </a:r>
                      <a:endParaRPr sz="1000" b="1" dirty="0">
                        <a:solidFill>
                          <a:schemeClr val="dk1"/>
                        </a:solidFill>
                        <a:latin typeface="Outfit"/>
                        <a:ea typeface="Outfit"/>
                        <a:cs typeface="Outfit"/>
                        <a:sym typeface="Outfi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6"/>
                    </a:solidFill>
                  </a:tcPr>
                </a:tc>
                <a:extLst>
                  <a:ext uri="{0D108BD9-81ED-4DB2-BD59-A6C34878D82A}">
                    <a16:rowId xmlns:a16="http://schemas.microsoft.com/office/drawing/2014/main" xmlns="" val="10000"/>
                  </a:ext>
                </a:extLst>
              </a:tr>
              <a:tr h="433860">
                <a:tc>
                  <a:txBody>
                    <a:bodyPr/>
                    <a:lstStyle/>
                    <a:p>
                      <a:pPr marL="0" lvl="0" indent="0" algn="l" rtl="0">
                        <a:spcBef>
                          <a:spcPts val="0"/>
                        </a:spcBef>
                        <a:spcAft>
                          <a:spcPts val="0"/>
                        </a:spcAft>
                        <a:buNone/>
                      </a:pPr>
                      <a:r>
                        <a:rPr lang="en-US" sz="1100" u="none" dirty="0" err="1" smtClean="0">
                          <a:solidFill>
                            <a:schemeClr val="dk1"/>
                          </a:solidFill>
                          <a:latin typeface="Poppins SemiBold"/>
                          <a:ea typeface="Poppins SemiBold"/>
                          <a:cs typeface="Poppins SemiBold"/>
                          <a:sym typeface="Poppins SemiBold"/>
                        </a:rPr>
                        <a:t>N.Venkata</a:t>
                      </a:r>
                      <a:r>
                        <a:rPr lang="en-US" sz="1100" u="none" baseline="0" dirty="0" smtClean="0">
                          <a:solidFill>
                            <a:schemeClr val="dk1"/>
                          </a:solidFill>
                          <a:latin typeface="Poppins SemiBold"/>
                          <a:ea typeface="Poppins SemiBold"/>
                          <a:cs typeface="Poppins SemiBold"/>
                          <a:sym typeface="Poppins SemiBold"/>
                        </a:rPr>
                        <a:t> Siva </a:t>
                      </a:r>
                      <a:r>
                        <a:rPr lang="en-US" sz="1100" u="none" baseline="0" dirty="0" err="1" smtClean="0">
                          <a:solidFill>
                            <a:schemeClr val="dk1"/>
                          </a:solidFill>
                          <a:latin typeface="Poppins SemiBold"/>
                          <a:ea typeface="Poppins SemiBold"/>
                          <a:cs typeface="Poppins SemiBold"/>
                          <a:sym typeface="Poppins SemiBold"/>
                        </a:rPr>
                        <a:t>Sai</a:t>
                      </a:r>
                      <a:r>
                        <a:rPr lang="en-US" sz="1100" u="none" baseline="0" dirty="0" smtClean="0">
                          <a:solidFill>
                            <a:schemeClr val="dk1"/>
                          </a:solidFill>
                          <a:latin typeface="Poppins SemiBold"/>
                          <a:ea typeface="Poppins SemiBold"/>
                          <a:cs typeface="Poppins SemiBold"/>
                          <a:sym typeface="Poppins SemiBold"/>
                        </a:rPr>
                        <a:t> </a:t>
                      </a:r>
                      <a:r>
                        <a:rPr lang="en-US" sz="1100" u="none" baseline="0" dirty="0" err="1" smtClean="0">
                          <a:solidFill>
                            <a:schemeClr val="dk1"/>
                          </a:solidFill>
                          <a:latin typeface="Poppins SemiBold"/>
                          <a:ea typeface="Poppins SemiBold"/>
                          <a:cs typeface="Poppins SemiBold"/>
                          <a:sym typeface="Poppins SemiBold"/>
                        </a:rPr>
                        <a:t>Charan</a:t>
                      </a:r>
                      <a:r>
                        <a:rPr lang="en-US" sz="1100" u="none" baseline="0" dirty="0" smtClean="0">
                          <a:solidFill>
                            <a:schemeClr val="dk1"/>
                          </a:solidFill>
                          <a:latin typeface="Poppins SemiBold"/>
                          <a:ea typeface="Poppins SemiBold"/>
                          <a:cs typeface="Poppins SemiBold"/>
                          <a:sym typeface="Poppins SemiBold"/>
                        </a:rPr>
                        <a:t> </a:t>
                      </a:r>
                      <a:endParaRPr sz="1100" u="none" dirty="0">
                        <a:solidFill>
                          <a:schemeClr val="dk1"/>
                        </a:solidFill>
                        <a:latin typeface="Poppins SemiBold"/>
                        <a:ea typeface="Poppins SemiBold"/>
                        <a:cs typeface="Poppins SemiBold"/>
                        <a:sym typeface="Poppins Semi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6"/>
                    </a:solidFill>
                  </a:tcPr>
                </a:tc>
                <a:tc>
                  <a:txBody>
                    <a:bodyPr/>
                    <a:lstStyle/>
                    <a:p>
                      <a:pPr marL="0" marR="0" lvl="0" indent="0" algn="l" rtl="0">
                        <a:lnSpc>
                          <a:spcPct val="100000"/>
                        </a:lnSpc>
                        <a:spcBef>
                          <a:spcPts val="0"/>
                        </a:spcBef>
                        <a:spcAft>
                          <a:spcPts val="1600"/>
                        </a:spcAft>
                        <a:buNone/>
                      </a:pPr>
                      <a:r>
                        <a:rPr lang="en-IN" sz="1000" b="1" baseline="0" dirty="0" smtClean="0">
                          <a:solidFill>
                            <a:schemeClr val="dk1"/>
                          </a:solidFill>
                          <a:latin typeface="Outfit"/>
                          <a:ea typeface="Outfit"/>
                          <a:cs typeface="Outfit"/>
                          <a:sym typeface="Outfit"/>
                        </a:rPr>
                        <a:t>99210041360</a:t>
                      </a:r>
                      <a:endParaRPr sz="1000" b="1" dirty="0">
                        <a:solidFill>
                          <a:schemeClr val="dk1"/>
                        </a:solidFill>
                        <a:latin typeface="Outfit"/>
                        <a:ea typeface="Outfit"/>
                        <a:cs typeface="Outfit"/>
                        <a:sym typeface="Outfi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6"/>
                    </a:solidFill>
                  </a:tcPr>
                </a:tc>
                <a:extLst>
                  <a:ext uri="{0D108BD9-81ED-4DB2-BD59-A6C34878D82A}">
                    <a16:rowId xmlns:a16="http://schemas.microsoft.com/office/drawing/2014/main" xmlns="" val="10001"/>
                  </a:ext>
                </a:extLst>
              </a:tr>
              <a:tr h="433860">
                <a:tc>
                  <a:txBody>
                    <a:bodyPr/>
                    <a:lstStyle/>
                    <a:p>
                      <a:pPr marL="0" lvl="0" indent="0" algn="l" rtl="0">
                        <a:spcBef>
                          <a:spcPts val="0"/>
                        </a:spcBef>
                        <a:spcAft>
                          <a:spcPts val="0"/>
                        </a:spcAft>
                        <a:buNone/>
                      </a:pPr>
                      <a:r>
                        <a:rPr lang="en-US" sz="1100" u="none" dirty="0" err="1" smtClean="0">
                          <a:solidFill>
                            <a:schemeClr val="dk1"/>
                          </a:solidFill>
                          <a:latin typeface="Poppins SemiBold"/>
                          <a:ea typeface="Poppins SemiBold"/>
                          <a:cs typeface="Poppins SemiBold"/>
                          <a:sym typeface="Poppins SemiBold"/>
                        </a:rPr>
                        <a:t>Narendra</a:t>
                      </a:r>
                      <a:r>
                        <a:rPr lang="en-US" sz="1100" u="none" dirty="0" smtClean="0">
                          <a:solidFill>
                            <a:schemeClr val="dk1"/>
                          </a:solidFill>
                          <a:latin typeface="Poppins SemiBold"/>
                          <a:ea typeface="Poppins SemiBold"/>
                          <a:cs typeface="Poppins SemiBold"/>
                          <a:sym typeface="Poppins SemiBold"/>
                        </a:rPr>
                        <a:t> </a:t>
                      </a:r>
                      <a:r>
                        <a:rPr lang="en-US" sz="1100" u="none" dirty="0" err="1" smtClean="0">
                          <a:solidFill>
                            <a:schemeClr val="dk1"/>
                          </a:solidFill>
                          <a:latin typeface="Poppins SemiBold"/>
                          <a:ea typeface="Poppins SemiBold"/>
                          <a:cs typeface="Poppins SemiBold"/>
                          <a:sym typeface="Poppins SemiBold"/>
                        </a:rPr>
                        <a:t>Datta</a:t>
                      </a:r>
                      <a:r>
                        <a:rPr lang="en-US" sz="1100" u="none" dirty="0" smtClean="0">
                          <a:solidFill>
                            <a:schemeClr val="dk1"/>
                          </a:solidFill>
                          <a:latin typeface="Poppins SemiBold"/>
                          <a:ea typeface="Poppins SemiBold"/>
                          <a:cs typeface="Poppins SemiBold"/>
                          <a:sym typeface="Poppins SemiBold"/>
                        </a:rPr>
                        <a:t> </a:t>
                      </a:r>
                      <a:r>
                        <a:rPr lang="en-US" sz="1100" u="none" dirty="0" err="1" smtClean="0">
                          <a:solidFill>
                            <a:schemeClr val="dk1"/>
                          </a:solidFill>
                          <a:latin typeface="Poppins SemiBold"/>
                          <a:ea typeface="Poppins SemiBold"/>
                          <a:cs typeface="Poppins SemiBold"/>
                          <a:sym typeface="Poppins SemiBold"/>
                        </a:rPr>
                        <a:t>Alladi</a:t>
                      </a:r>
                      <a:r>
                        <a:rPr lang="en-US" sz="1100" u="none" baseline="0" dirty="0" smtClean="0">
                          <a:solidFill>
                            <a:schemeClr val="dk1"/>
                          </a:solidFill>
                          <a:latin typeface="Poppins SemiBold"/>
                          <a:ea typeface="Poppins SemiBold"/>
                          <a:cs typeface="Poppins SemiBold"/>
                          <a:sym typeface="Poppins SemiBold"/>
                        </a:rPr>
                        <a:t> </a:t>
                      </a:r>
                      <a:endParaRPr sz="1100" u="none" dirty="0">
                        <a:solidFill>
                          <a:schemeClr val="dk1"/>
                        </a:solidFill>
                        <a:latin typeface="Poppins SemiBold"/>
                        <a:ea typeface="Poppins SemiBold"/>
                        <a:cs typeface="Poppins SemiBold"/>
                        <a:sym typeface="Poppins Semi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6"/>
                    </a:solidFill>
                  </a:tcPr>
                </a:tc>
                <a:tc>
                  <a:txBody>
                    <a:bodyPr/>
                    <a:lstStyle/>
                    <a:p>
                      <a:pPr marL="0" lvl="0" indent="0" algn="l" rtl="0">
                        <a:spcBef>
                          <a:spcPts val="0"/>
                        </a:spcBef>
                        <a:spcAft>
                          <a:spcPts val="1600"/>
                        </a:spcAft>
                        <a:buNone/>
                      </a:pPr>
                      <a:r>
                        <a:rPr lang="en-US" sz="1000" b="1" dirty="0" smtClean="0">
                          <a:solidFill>
                            <a:schemeClr val="dk1"/>
                          </a:solidFill>
                          <a:latin typeface="Outfit"/>
                          <a:ea typeface="Outfit"/>
                          <a:cs typeface="Outfit"/>
                          <a:sym typeface="Outfit"/>
                        </a:rPr>
                        <a:t>99210041600</a:t>
                      </a:r>
                      <a:endParaRPr sz="1000" b="1" dirty="0">
                        <a:solidFill>
                          <a:schemeClr val="dk1"/>
                        </a:solidFill>
                        <a:latin typeface="Outfit"/>
                        <a:ea typeface="Outfit"/>
                        <a:cs typeface="Outfit"/>
                        <a:sym typeface="Outfi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6"/>
                    </a:solidFill>
                  </a:tcPr>
                </a:tc>
                <a:extLst>
                  <a:ext uri="{0D108BD9-81ED-4DB2-BD59-A6C34878D82A}">
                    <a16:rowId xmlns:a16="http://schemas.microsoft.com/office/drawing/2014/main" xmlns="" val="10002"/>
                  </a:ext>
                </a:extLst>
              </a:tr>
              <a:tr h="433860">
                <a:tc>
                  <a:txBody>
                    <a:bodyPr/>
                    <a:lstStyle/>
                    <a:p>
                      <a:pPr marL="0" lvl="0" indent="0" algn="l" rtl="0">
                        <a:spcBef>
                          <a:spcPts val="0"/>
                        </a:spcBef>
                        <a:spcAft>
                          <a:spcPts val="0"/>
                        </a:spcAft>
                        <a:buNone/>
                      </a:pPr>
                      <a:r>
                        <a:rPr lang="en-US" sz="1100" u="none" dirty="0" err="1" smtClean="0">
                          <a:solidFill>
                            <a:schemeClr val="dk1"/>
                          </a:solidFill>
                          <a:latin typeface="Poppins SemiBold"/>
                          <a:ea typeface="Poppins SemiBold"/>
                          <a:cs typeface="Poppins SemiBold"/>
                          <a:sym typeface="Poppins SemiBold"/>
                        </a:rPr>
                        <a:t>Sai</a:t>
                      </a:r>
                      <a:r>
                        <a:rPr lang="en-US" sz="1100" u="none" dirty="0" smtClean="0">
                          <a:solidFill>
                            <a:schemeClr val="dk1"/>
                          </a:solidFill>
                          <a:latin typeface="Poppins SemiBold"/>
                          <a:ea typeface="Poppins SemiBold"/>
                          <a:cs typeface="Poppins SemiBold"/>
                          <a:sym typeface="Poppins SemiBold"/>
                        </a:rPr>
                        <a:t> </a:t>
                      </a:r>
                      <a:r>
                        <a:rPr lang="en-US" sz="1100" u="none" dirty="0" err="1" smtClean="0">
                          <a:solidFill>
                            <a:schemeClr val="dk1"/>
                          </a:solidFill>
                          <a:latin typeface="Poppins SemiBold"/>
                          <a:ea typeface="Poppins SemiBold"/>
                          <a:cs typeface="Poppins SemiBold"/>
                          <a:sym typeface="Poppins SemiBold"/>
                        </a:rPr>
                        <a:t>Harsha</a:t>
                      </a:r>
                      <a:r>
                        <a:rPr lang="en-US" sz="1100" u="none" dirty="0" smtClean="0">
                          <a:solidFill>
                            <a:schemeClr val="dk1"/>
                          </a:solidFill>
                          <a:latin typeface="Poppins SemiBold"/>
                          <a:ea typeface="Poppins SemiBold"/>
                          <a:cs typeface="Poppins SemiBold"/>
                          <a:sym typeface="Poppins SemiBold"/>
                        </a:rPr>
                        <a:t> </a:t>
                      </a:r>
                      <a:r>
                        <a:rPr lang="en-US" sz="1100" u="none" dirty="0" err="1" smtClean="0">
                          <a:solidFill>
                            <a:schemeClr val="dk1"/>
                          </a:solidFill>
                          <a:latin typeface="Poppins SemiBold"/>
                          <a:ea typeface="Poppins SemiBold"/>
                          <a:cs typeface="Poppins SemiBold"/>
                          <a:sym typeface="Poppins SemiBold"/>
                        </a:rPr>
                        <a:t>Panthagani</a:t>
                      </a:r>
                      <a:r>
                        <a:rPr lang="en-US" sz="1100" u="none" dirty="0" smtClean="0">
                          <a:solidFill>
                            <a:schemeClr val="dk1"/>
                          </a:solidFill>
                          <a:latin typeface="Poppins SemiBold"/>
                          <a:ea typeface="Poppins SemiBold"/>
                          <a:cs typeface="Poppins SemiBold"/>
                          <a:sym typeface="Poppins SemiBold"/>
                        </a:rPr>
                        <a:t> </a:t>
                      </a:r>
                      <a:endParaRPr sz="1100" u="none" dirty="0">
                        <a:solidFill>
                          <a:schemeClr val="dk1"/>
                        </a:solidFill>
                        <a:latin typeface="Poppins SemiBold"/>
                        <a:ea typeface="Poppins SemiBold"/>
                        <a:cs typeface="Poppins SemiBold"/>
                        <a:sym typeface="Poppins Semi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6"/>
                    </a:solidFill>
                  </a:tcPr>
                </a:tc>
                <a:tc>
                  <a:txBody>
                    <a:bodyPr/>
                    <a:lstStyle/>
                    <a:p>
                      <a:pPr marL="0" lvl="0" indent="0" algn="l" rtl="0">
                        <a:spcBef>
                          <a:spcPts val="0"/>
                        </a:spcBef>
                        <a:spcAft>
                          <a:spcPts val="1600"/>
                        </a:spcAft>
                        <a:buNone/>
                      </a:pPr>
                      <a:r>
                        <a:rPr lang="en-US" sz="1000" b="1" dirty="0" smtClean="0">
                          <a:solidFill>
                            <a:schemeClr val="dk1"/>
                          </a:solidFill>
                          <a:latin typeface="Outfit"/>
                          <a:ea typeface="Outfit"/>
                          <a:cs typeface="Outfit"/>
                          <a:sym typeface="Outfit"/>
                        </a:rPr>
                        <a:t>9921004624</a:t>
                      </a:r>
                      <a:endParaRPr sz="1000" b="1" dirty="0">
                        <a:solidFill>
                          <a:schemeClr val="dk1"/>
                        </a:solidFill>
                        <a:latin typeface="Outfit"/>
                        <a:ea typeface="Outfit"/>
                        <a:cs typeface="Outfit"/>
                        <a:sym typeface="Outfi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6"/>
                    </a:solidFill>
                  </a:tcPr>
                </a:tc>
                <a:extLst>
                  <a:ext uri="{0D108BD9-81ED-4DB2-BD59-A6C34878D82A}">
                    <a16:rowId xmlns:a16="http://schemas.microsoft.com/office/drawing/2014/main" xmlns="" val="10003"/>
                  </a:ext>
                </a:extLst>
              </a:tr>
              <a:tr h="433860">
                <a:tc>
                  <a:txBody>
                    <a:bodyPr/>
                    <a:lstStyle/>
                    <a:p>
                      <a:pPr marL="0" lvl="0" indent="0" algn="l" rtl="0">
                        <a:spcBef>
                          <a:spcPts val="0"/>
                        </a:spcBef>
                        <a:spcAft>
                          <a:spcPts val="0"/>
                        </a:spcAft>
                        <a:buNone/>
                      </a:pPr>
                      <a:r>
                        <a:rPr lang="en-IN" sz="1100" u="none" dirty="0" err="1" smtClean="0">
                          <a:solidFill>
                            <a:schemeClr val="dk1"/>
                          </a:solidFill>
                          <a:latin typeface="Poppins SemiBold"/>
                          <a:ea typeface="Poppins SemiBold"/>
                          <a:cs typeface="Poppins SemiBold"/>
                          <a:sym typeface="Poppins SemiBold"/>
                        </a:rPr>
                        <a:t>Narsimha</a:t>
                      </a:r>
                      <a:r>
                        <a:rPr lang="en-IN" sz="1100" u="none" dirty="0" smtClean="0">
                          <a:solidFill>
                            <a:schemeClr val="dk1"/>
                          </a:solidFill>
                          <a:latin typeface="Poppins SemiBold"/>
                          <a:ea typeface="Poppins SemiBold"/>
                          <a:cs typeface="Poppins SemiBold"/>
                          <a:sym typeface="Poppins SemiBold"/>
                        </a:rPr>
                        <a:t> Y</a:t>
                      </a:r>
                      <a:endParaRPr sz="1100" u="none" dirty="0">
                        <a:solidFill>
                          <a:schemeClr val="dk1"/>
                        </a:solidFill>
                        <a:latin typeface="Poppins SemiBold"/>
                        <a:ea typeface="Poppins SemiBold"/>
                        <a:cs typeface="Poppins SemiBold"/>
                        <a:sym typeface="Poppins Semi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accent6"/>
                    </a:solidFill>
                  </a:tcPr>
                </a:tc>
                <a:tc>
                  <a:txBody>
                    <a:bodyPr/>
                    <a:lstStyle/>
                    <a:p>
                      <a:pPr marL="0" lvl="0" indent="0" algn="l" rtl="0">
                        <a:spcBef>
                          <a:spcPts val="0"/>
                        </a:spcBef>
                        <a:spcAft>
                          <a:spcPts val="0"/>
                        </a:spcAft>
                        <a:buNone/>
                      </a:pPr>
                      <a:r>
                        <a:rPr lang="en-IN" sz="1000" b="1" dirty="0" smtClean="0">
                          <a:solidFill>
                            <a:schemeClr val="dk1"/>
                          </a:solidFill>
                          <a:latin typeface="Outfit"/>
                          <a:ea typeface="Outfit"/>
                          <a:cs typeface="Outfit"/>
                          <a:sym typeface="Outfit"/>
                        </a:rPr>
                        <a:t>9921004500</a:t>
                      </a:r>
                      <a:endParaRPr sz="1000" b="1" dirty="0">
                        <a:solidFill>
                          <a:schemeClr val="dk1"/>
                        </a:solidFill>
                        <a:latin typeface="Outfit"/>
                        <a:ea typeface="Outfit"/>
                        <a:cs typeface="Outfit"/>
                        <a:sym typeface="Outfi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accent6"/>
                    </a:solidFill>
                  </a:tcPr>
                </a:tc>
                <a:extLst>
                  <a:ext uri="{0D108BD9-81ED-4DB2-BD59-A6C34878D82A}">
                    <a16:rowId xmlns:a16="http://schemas.microsoft.com/office/drawing/2014/main" xmlns="" val="10004"/>
                  </a:ext>
                </a:extLst>
              </a:tr>
              <a:tr h="433860">
                <a:tc>
                  <a:txBody>
                    <a:bodyPr/>
                    <a:lstStyle/>
                    <a:p>
                      <a:pPr marL="0" lvl="0" indent="0" algn="l" rtl="0">
                        <a:spcBef>
                          <a:spcPts val="0"/>
                        </a:spcBef>
                        <a:spcAft>
                          <a:spcPts val="0"/>
                        </a:spcAft>
                        <a:buNone/>
                      </a:pPr>
                      <a:r>
                        <a:rPr lang="en-US" sz="1100" u="none" dirty="0" err="1" smtClean="0">
                          <a:solidFill>
                            <a:schemeClr val="dk1"/>
                          </a:solidFill>
                          <a:latin typeface="Poppins SemiBold"/>
                          <a:ea typeface="Poppins SemiBold"/>
                          <a:cs typeface="Poppins SemiBold"/>
                          <a:sym typeface="Poppins SemiBold"/>
                        </a:rPr>
                        <a:t>Muvva</a:t>
                      </a:r>
                      <a:r>
                        <a:rPr lang="en-US" sz="1100" u="none" dirty="0" smtClean="0">
                          <a:solidFill>
                            <a:schemeClr val="dk1"/>
                          </a:solidFill>
                          <a:latin typeface="Poppins SemiBold"/>
                          <a:ea typeface="Poppins SemiBold"/>
                          <a:cs typeface="Poppins SemiBold"/>
                          <a:sym typeface="Poppins SemiBold"/>
                        </a:rPr>
                        <a:t> </a:t>
                      </a:r>
                      <a:r>
                        <a:rPr lang="en-US" sz="1100" u="none" dirty="0" err="1" smtClean="0">
                          <a:solidFill>
                            <a:schemeClr val="dk1"/>
                          </a:solidFill>
                          <a:latin typeface="Poppins SemiBold"/>
                          <a:ea typeface="Poppins SemiBold"/>
                          <a:cs typeface="Poppins SemiBold"/>
                          <a:sym typeface="Poppins SemiBold"/>
                        </a:rPr>
                        <a:t>Hari</a:t>
                      </a:r>
                      <a:r>
                        <a:rPr lang="en-US" sz="1100" u="none" dirty="0" smtClean="0">
                          <a:solidFill>
                            <a:schemeClr val="dk1"/>
                          </a:solidFill>
                          <a:latin typeface="Poppins SemiBold"/>
                          <a:ea typeface="Poppins SemiBold"/>
                          <a:cs typeface="Poppins SemiBold"/>
                          <a:sym typeface="Poppins SemiBold"/>
                        </a:rPr>
                        <a:t> Krishna </a:t>
                      </a:r>
                      <a:endParaRPr sz="1100" u="none" dirty="0">
                        <a:solidFill>
                          <a:schemeClr val="dk1"/>
                        </a:solidFill>
                        <a:latin typeface="Poppins SemiBold"/>
                        <a:ea typeface="Poppins SemiBold"/>
                        <a:cs typeface="Poppins SemiBold"/>
                        <a:sym typeface="Poppins SemiBold"/>
                      </a:endParaRPr>
                    </a:p>
                  </a:txBody>
                  <a:tcPr marL="91425" marR="91425" marT="0" marB="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accent6"/>
                    </a:solidFill>
                  </a:tcPr>
                </a:tc>
                <a:tc>
                  <a:txBody>
                    <a:bodyPr/>
                    <a:lstStyle/>
                    <a:p>
                      <a:pPr marL="0" lvl="0" indent="0" algn="l" rtl="0">
                        <a:spcBef>
                          <a:spcPts val="0"/>
                        </a:spcBef>
                        <a:spcAft>
                          <a:spcPts val="0"/>
                        </a:spcAft>
                        <a:buNone/>
                      </a:pPr>
                      <a:r>
                        <a:rPr lang="en-US" sz="1000" b="1" dirty="0" smtClean="0">
                          <a:solidFill>
                            <a:schemeClr val="dk1"/>
                          </a:solidFill>
                          <a:latin typeface="Outfit"/>
                          <a:ea typeface="Outfit"/>
                          <a:cs typeface="Outfit"/>
                          <a:sym typeface="Outfit"/>
                        </a:rPr>
                        <a:t>9921004479</a:t>
                      </a:r>
                      <a:endParaRPr sz="1000" b="1" dirty="0">
                        <a:solidFill>
                          <a:schemeClr val="dk1"/>
                        </a:solidFill>
                        <a:latin typeface="Outfit"/>
                        <a:ea typeface="Outfit"/>
                        <a:cs typeface="Outfit"/>
                        <a:sym typeface="Outfit"/>
                      </a:endParaRPr>
                    </a:p>
                  </a:txBody>
                  <a:tcPr marL="91425" marR="91425"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accent6"/>
                    </a:solidFill>
                  </a:tcPr>
                </a:tc>
              </a:tr>
              <a:tr h="433860">
                <a:tc>
                  <a:txBody>
                    <a:bodyPr/>
                    <a:lstStyle/>
                    <a:p>
                      <a:pPr marL="0" lvl="0" indent="0" algn="l" rtl="0">
                        <a:spcBef>
                          <a:spcPts val="0"/>
                        </a:spcBef>
                        <a:spcAft>
                          <a:spcPts val="0"/>
                        </a:spcAft>
                        <a:buNone/>
                      </a:pPr>
                      <a:r>
                        <a:rPr lang="en-US" sz="1100" u="none" dirty="0" err="1" smtClean="0">
                          <a:solidFill>
                            <a:schemeClr val="dk1"/>
                          </a:solidFill>
                          <a:latin typeface="Poppins SemiBold"/>
                          <a:ea typeface="Poppins SemiBold"/>
                          <a:cs typeface="Poppins SemiBold"/>
                          <a:sym typeface="Poppins SemiBold"/>
                        </a:rPr>
                        <a:t>B.v.S</a:t>
                      </a:r>
                      <a:r>
                        <a:rPr lang="en-US" sz="1100" u="none" dirty="0" smtClean="0">
                          <a:solidFill>
                            <a:schemeClr val="dk1"/>
                          </a:solidFill>
                          <a:latin typeface="Poppins SemiBold"/>
                          <a:ea typeface="Poppins SemiBold"/>
                          <a:cs typeface="Poppins SemiBold"/>
                          <a:sym typeface="Poppins SemiBold"/>
                        </a:rPr>
                        <a:t> </a:t>
                      </a:r>
                      <a:r>
                        <a:rPr lang="en-US" sz="1100" u="none" dirty="0" err="1" smtClean="0">
                          <a:solidFill>
                            <a:schemeClr val="dk1"/>
                          </a:solidFill>
                          <a:latin typeface="Poppins SemiBold"/>
                          <a:ea typeface="Poppins SemiBold"/>
                          <a:cs typeface="Poppins SemiBold"/>
                          <a:sym typeface="Poppins SemiBold"/>
                        </a:rPr>
                        <a:t>Anantha</a:t>
                      </a:r>
                      <a:r>
                        <a:rPr lang="en-US" sz="1100" u="none" dirty="0" smtClean="0">
                          <a:solidFill>
                            <a:schemeClr val="dk1"/>
                          </a:solidFill>
                          <a:latin typeface="Poppins SemiBold"/>
                          <a:ea typeface="Poppins SemiBold"/>
                          <a:cs typeface="Poppins SemiBold"/>
                          <a:sym typeface="Poppins SemiBold"/>
                        </a:rPr>
                        <a:t> Kumar</a:t>
                      </a:r>
                      <a:endParaRPr sz="1100" u="none" dirty="0">
                        <a:solidFill>
                          <a:schemeClr val="dk1"/>
                        </a:solidFill>
                        <a:latin typeface="Poppins SemiBold"/>
                        <a:ea typeface="Poppins SemiBold"/>
                        <a:cs typeface="Poppins SemiBold"/>
                        <a:sym typeface="Poppins SemiBold"/>
                      </a:endParaRPr>
                    </a:p>
                  </a:txBody>
                  <a:tcPr marL="91425" marR="91425" marT="0" marB="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6"/>
                    </a:solidFill>
                  </a:tcPr>
                </a:tc>
                <a:tc>
                  <a:txBody>
                    <a:bodyPr/>
                    <a:lstStyle/>
                    <a:p>
                      <a:pPr marL="0" lvl="0" indent="0" algn="l" rtl="0">
                        <a:spcBef>
                          <a:spcPts val="0"/>
                        </a:spcBef>
                        <a:spcAft>
                          <a:spcPts val="0"/>
                        </a:spcAft>
                        <a:buNone/>
                      </a:pPr>
                      <a:r>
                        <a:rPr lang="en-US" sz="1000" b="1" dirty="0" smtClean="0">
                          <a:solidFill>
                            <a:schemeClr val="dk1"/>
                          </a:solidFill>
                          <a:latin typeface="Outfit"/>
                          <a:ea typeface="Outfit"/>
                          <a:cs typeface="Outfit"/>
                          <a:sym typeface="Outfit"/>
                        </a:rPr>
                        <a:t>9921004068</a:t>
                      </a:r>
                      <a:endParaRPr sz="1000" b="1" dirty="0">
                        <a:solidFill>
                          <a:schemeClr val="dk1"/>
                        </a:solidFill>
                        <a:latin typeface="Outfit"/>
                        <a:ea typeface="Outfit"/>
                        <a:cs typeface="Outfit"/>
                        <a:sym typeface="Outfit"/>
                      </a:endParaRPr>
                    </a:p>
                  </a:txBody>
                  <a:tcPr marL="91425" marR="91425"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6"/>
                    </a:solidFill>
                  </a:tcPr>
                </a:tc>
              </a:tr>
            </a:tbl>
          </a:graphicData>
        </a:graphic>
      </p:graphicFrame>
      <p:cxnSp>
        <p:nvCxnSpPr>
          <p:cNvPr id="572" name="Google Shape;572;p40"/>
          <p:cNvCxnSpPr/>
          <p:nvPr/>
        </p:nvCxnSpPr>
        <p:spPr>
          <a:xfrm rot="10800000">
            <a:off x="-11700" y="1146425"/>
            <a:ext cx="91674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grpSp>
        <p:nvGrpSpPr>
          <p:cNvPr id="834" name="Google Shape;834;p44"/>
          <p:cNvGrpSpPr/>
          <p:nvPr/>
        </p:nvGrpSpPr>
        <p:grpSpPr>
          <a:xfrm>
            <a:off x="505722" y="683964"/>
            <a:ext cx="2928339" cy="3403139"/>
            <a:chOff x="505722" y="683964"/>
            <a:chExt cx="2928339" cy="3403139"/>
          </a:xfrm>
        </p:grpSpPr>
        <p:sp>
          <p:nvSpPr>
            <p:cNvPr id="835" name="Google Shape;835;p44"/>
            <p:cNvSpPr/>
            <p:nvPr/>
          </p:nvSpPr>
          <p:spPr>
            <a:xfrm flipH="1">
              <a:off x="505722" y="801202"/>
              <a:ext cx="2763000" cy="3285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44"/>
            <p:cNvSpPr/>
            <p:nvPr/>
          </p:nvSpPr>
          <p:spPr>
            <a:xfrm flipH="1">
              <a:off x="671061" y="683964"/>
              <a:ext cx="2763000" cy="3285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7" name="Google Shape;837;p44"/>
          <p:cNvSpPr/>
          <p:nvPr/>
        </p:nvSpPr>
        <p:spPr>
          <a:xfrm flipH="1">
            <a:off x="836400" y="490525"/>
            <a:ext cx="2763000" cy="3285900"/>
          </a:xfrm>
          <a:prstGeom prst="rect">
            <a:avLst/>
          </a:pr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4"/>
          <p:cNvSpPr/>
          <p:nvPr/>
        </p:nvSpPr>
        <p:spPr>
          <a:xfrm flipH="1">
            <a:off x="1125363" y="899030"/>
            <a:ext cx="2258115" cy="2223475"/>
          </a:xfrm>
          <a:custGeom>
            <a:avLst/>
            <a:gdLst/>
            <a:ahLst/>
            <a:cxnLst/>
            <a:rect l="l" t="t" r="r" b="b"/>
            <a:pathLst>
              <a:path w="93436" h="88939" extrusionOk="0">
                <a:moveTo>
                  <a:pt x="21898" y="80176"/>
                </a:moveTo>
                <a:cubicBezTo>
                  <a:pt x="11926" y="80176"/>
                  <a:pt x="1820" y="69438"/>
                  <a:pt x="181" y="59602"/>
                </a:cubicBezTo>
                <a:cubicBezTo>
                  <a:pt x="-1146" y="51639"/>
                  <a:pt x="7181" y="44753"/>
                  <a:pt x="8182" y="36742"/>
                </a:cubicBezTo>
                <a:cubicBezTo>
                  <a:pt x="9226" y="28390"/>
                  <a:pt x="2581" y="19332"/>
                  <a:pt x="5896" y="11596"/>
                </a:cubicBezTo>
                <a:cubicBezTo>
                  <a:pt x="9252" y="3765"/>
                  <a:pt x="20322" y="1371"/>
                  <a:pt x="28756" y="166"/>
                </a:cubicBezTo>
                <a:cubicBezTo>
                  <a:pt x="38065" y="-1164"/>
                  <a:pt x="46404" y="8167"/>
                  <a:pt x="55807" y="8167"/>
                </a:cubicBezTo>
                <a:cubicBezTo>
                  <a:pt x="68002" y="8167"/>
                  <a:pt x="87473" y="2178"/>
                  <a:pt x="92002" y="13501"/>
                </a:cubicBezTo>
                <a:cubicBezTo>
                  <a:pt x="97387" y="26965"/>
                  <a:pt x="85533" y="42060"/>
                  <a:pt x="79048" y="55030"/>
                </a:cubicBezTo>
                <a:cubicBezTo>
                  <a:pt x="73985" y="65156"/>
                  <a:pt x="75890" y="78813"/>
                  <a:pt x="80953" y="88939"/>
                </a:cubicBezTo>
              </a:path>
            </a:pathLst>
          </a:custGeom>
          <a:noFill/>
          <a:ln w="9525" cap="flat" cmpd="sng">
            <a:solidFill>
              <a:schemeClr val="dk2"/>
            </a:solidFill>
            <a:prstDash val="solid"/>
            <a:round/>
            <a:headEnd type="none" w="med" len="med"/>
            <a:tailEnd type="none" w="med" len="med"/>
          </a:ln>
        </p:spPr>
        <p:txBody>
          <a:bodyPr/>
          <a:lstStyle/>
          <a:p>
            <a:endParaRPr lang="en-IN"/>
          </a:p>
        </p:txBody>
      </p:sp>
      <p:sp>
        <p:nvSpPr>
          <p:cNvPr id="839" name="Google Shape;839;p44"/>
          <p:cNvSpPr/>
          <p:nvPr/>
        </p:nvSpPr>
        <p:spPr>
          <a:xfrm flipH="1">
            <a:off x="988800" y="760175"/>
            <a:ext cx="2531181" cy="2501187"/>
          </a:xfrm>
          <a:custGeom>
            <a:avLst/>
            <a:gdLst/>
            <a:ahLst/>
            <a:cxnLst/>
            <a:rect l="l" t="t" r="r" b="b"/>
            <a:pathLst>
              <a:path w="93436" h="88939" extrusionOk="0">
                <a:moveTo>
                  <a:pt x="21898" y="80176"/>
                </a:moveTo>
                <a:cubicBezTo>
                  <a:pt x="11926" y="80176"/>
                  <a:pt x="1820" y="69438"/>
                  <a:pt x="181" y="59602"/>
                </a:cubicBezTo>
                <a:cubicBezTo>
                  <a:pt x="-1146" y="51639"/>
                  <a:pt x="7181" y="44753"/>
                  <a:pt x="8182" y="36742"/>
                </a:cubicBezTo>
                <a:cubicBezTo>
                  <a:pt x="9226" y="28390"/>
                  <a:pt x="2581" y="19332"/>
                  <a:pt x="5896" y="11596"/>
                </a:cubicBezTo>
                <a:cubicBezTo>
                  <a:pt x="9252" y="3765"/>
                  <a:pt x="20322" y="1371"/>
                  <a:pt x="28756" y="166"/>
                </a:cubicBezTo>
                <a:cubicBezTo>
                  <a:pt x="38065" y="-1164"/>
                  <a:pt x="46404" y="8167"/>
                  <a:pt x="55807" y="8167"/>
                </a:cubicBezTo>
                <a:cubicBezTo>
                  <a:pt x="68002" y="8167"/>
                  <a:pt x="87473" y="2178"/>
                  <a:pt x="92002" y="13501"/>
                </a:cubicBezTo>
                <a:cubicBezTo>
                  <a:pt x="97387" y="26965"/>
                  <a:pt x="85533" y="42060"/>
                  <a:pt x="79048" y="55030"/>
                </a:cubicBezTo>
                <a:cubicBezTo>
                  <a:pt x="73985" y="65156"/>
                  <a:pt x="75890" y="78813"/>
                  <a:pt x="80953" y="88939"/>
                </a:cubicBezTo>
              </a:path>
            </a:pathLst>
          </a:custGeom>
          <a:noFill/>
          <a:ln w="9525" cap="flat" cmpd="sng">
            <a:solidFill>
              <a:schemeClr val="dk2"/>
            </a:solidFill>
            <a:prstDash val="solid"/>
            <a:round/>
            <a:headEnd type="none" w="med" len="med"/>
            <a:tailEnd type="none" w="med" len="med"/>
          </a:ln>
        </p:spPr>
        <p:txBody>
          <a:bodyPr/>
          <a:lstStyle/>
          <a:p>
            <a:endParaRPr lang="en-IN"/>
          </a:p>
        </p:txBody>
      </p:sp>
      <p:sp>
        <p:nvSpPr>
          <p:cNvPr id="840" name="Google Shape;840;p44"/>
          <p:cNvSpPr/>
          <p:nvPr/>
        </p:nvSpPr>
        <p:spPr>
          <a:xfrm>
            <a:off x="838200" y="1635800"/>
            <a:ext cx="2760900" cy="2140800"/>
          </a:xfrm>
          <a:prstGeom prst="rect">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43" name="Google Shape;843;p44"/>
          <p:cNvCxnSpPr/>
          <p:nvPr/>
        </p:nvCxnSpPr>
        <p:spPr>
          <a:xfrm>
            <a:off x="4065450" y="-11075"/>
            <a:ext cx="0" cy="5154600"/>
          </a:xfrm>
          <a:prstGeom prst="straightConnector1">
            <a:avLst/>
          </a:prstGeom>
          <a:noFill/>
          <a:ln w="9525" cap="flat" cmpd="sng">
            <a:solidFill>
              <a:schemeClr val="dk1"/>
            </a:solidFill>
            <a:prstDash val="solid"/>
            <a:round/>
            <a:headEnd type="none" w="med" len="med"/>
            <a:tailEnd type="none" w="med" len="med"/>
          </a:ln>
        </p:spPr>
      </p:cxnSp>
      <p:grpSp>
        <p:nvGrpSpPr>
          <p:cNvPr id="844" name="Google Shape;844;p44"/>
          <p:cNvGrpSpPr/>
          <p:nvPr/>
        </p:nvGrpSpPr>
        <p:grpSpPr>
          <a:xfrm>
            <a:off x="973028" y="1763136"/>
            <a:ext cx="2626197" cy="2013470"/>
            <a:chOff x="973075" y="1733550"/>
            <a:chExt cx="2664837" cy="2042888"/>
          </a:xfrm>
        </p:grpSpPr>
        <p:sp>
          <p:nvSpPr>
            <p:cNvPr id="845" name="Google Shape;845;p44"/>
            <p:cNvSpPr/>
            <p:nvPr/>
          </p:nvSpPr>
          <p:spPr>
            <a:xfrm>
              <a:off x="1654437" y="2706579"/>
              <a:ext cx="628143" cy="925699"/>
            </a:xfrm>
            <a:custGeom>
              <a:avLst/>
              <a:gdLst/>
              <a:ahLst/>
              <a:cxnLst/>
              <a:rect l="l" t="t" r="r" b="b"/>
              <a:pathLst>
                <a:path w="13424" h="19782" extrusionOk="0">
                  <a:moveTo>
                    <a:pt x="4733" y="1"/>
                  </a:moveTo>
                  <a:cubicBezTo>
                    <a:pt x="4669" y="1"/>
                    <a:pt x="4602" y="6"/>
                    <a:pt x="4534" y="17"/>
                  </a:cubicBezTo>
                  <a:cubicBezTo>
                    <a:pt x="3709" y="150"/>
                    <a:pt x="3763" y="2217"/>
                    <a:pt x="3763" y="2217"/>
                  </a:cubicBezTo>
                  <a:cubicBezTo>
                    <a:pt x="3763" y="2217"/>
                    <a:pt x="3575" y="1733"/>
                    <a:pt x="3079" y="1733"/>
                  </a:cubicBezTo>
                  <a:cubicBezTo>
                    <a:pt x="2963" y="1733"/>
                    <a:pt x="2829" y="1760"/>
                    <a:pt x="2676" y="1826"/>
                  </a:cubicBezTo>
                  <a:cubicBezTo>
                    <a:pt x="1872" y="2174"/>
                    <a:pt x="1987" y="4291"/>
                    <a:pt x="1987" y="4291"/>
                  </a:cubicBezTo>
                  <a:cubicBezTo>
                    <a:pt x="1796" y="4005"/>
                    <a:pt x="1550" y="3942"/>
                    <a:pt x="1371" y="3942"/>
                  </a:cubicBezTo>
                  <a:cubicBezTo>
                    <a:pt x="1232" y="3942"/>
                    <a:pt x="1134" y="3980"/>
                    <a:pt x="1134" y="3980"/>
                  </a:cubicBezTo>
                  <a:cubicBezTo>
                    <a:pt x="0" y="4592"/>
                    <a:pt x="684" y="7395"/>
                    <a:pt x="684" y="7395"/>
                  </a:cubicBezTo>
                  <a:cubicBezTo>
                    <a:pt x="2120" y="13406"/>
                    <a:pt x="3527" y="15145"/>
                    <a:pt x="4370" y="16195"/>
                  </a:cubicBezTo>
                  <a:cubicBezTo>
                    <a:pt x="5217" y="17246"/>
                    <a:pt x="7505" y="19315"/>
                    <a:pt x="7505" y="19315"/>
                  </a:cubicBezTo>
                  <a:cubicBezTo>
                    <a:pt x="7918" y="19644"/>
                    <a:pt x="8402" y="19781"/>
                    <a:pt x="8907" y="19781"/>
                  </a:cubicBezTo>
                  <a:cubicBezTo>
                    <a:pt x="10670" y="19781"/>
                    <a:pt x="12707" y="18116"/>
                    <a:pt x="13033" y="17117"/>
                  </a:cubicBezTo>
                  <a:cubicBezTo>
                    <a:pt x="13344" y="16172"/>
                    <a:pt x="13419" y="15362"/>
                    <a:pt x="13411" y="14505"/>
                  </a:cubicBezTo>
                  <a:cubicBezTo>
                    <a:pt x="13395" y="12569"/>
                    <a:pt x="13423" y="9826"/>
                    <a:pt x="12828" y="8408"/>
                  </a:cubicBezTo>
                  <a:cubicBezTo>
                    <a:pt x="12311" y="7176"/>
                    <a:pt x="12125" y="5754"/>
                    <a:pt x="11143" y="5754"/>
                  </a:cubicBezTo>
                  <a:cubicBezTo>
                    <a:pt x="11034" y="5754"/>
                    <a:pt x="10915" y="5772"/>
                    <a:pt x="10784" y="5809"/>
                  </a:cubicBezTo>
                  <a:cubicBezTo>
                    <a:pt x="9872" y="6069"/>
                    <a:pt x="10299" y="7814"/>
                    <a:pt x="10649" y="9019"/>
                  </a:cubicBezTo>
                  <a:cubicBezTo>
                    <a:pt x="10871" y="9782"/>
                    <a:pt x="10862" y="10092"/>
                    <a:pt x="10732" y="10092"/>
                  </a:cubicBezTo>
                  <a:cubicBezTo>
                    <a:pt x="10557" y="10092"/>
                    <a:pt x="10162" y="9525"/>
                    <a:pt x="9821" y="8741"/>
                  </a:cubicBezTo>
                  <a:cubicBezTo>
                    <a:pt x="9577" y="8181"/>
                    <a:pt x="8640" y="4848"/>
                    <a:pt x="8519" y="3007"/>
                  </a:cubicBezTo>
                  <a:cubicBezTo>
                    <a:pt x="8410" y="1344"/>
                    <a:pt x="7930" y="235"/>
                    <a:pt x="7182" y="235"/>
                  </a:cubicBezTo>
                  <a:cubicBezTo>
                    <a:pt x="7102" y="235"/>
                    <a:pt x="7019" y="247"/>
                    <a:pt x="6934" y="273"/>
                  </a:cubicBezTo>
                  <a:cubicBezTo>
                    <a:pt x="6044" y="541"/>
                    <a:pt x="6312" y="2968"/>
                    <a:pt x="6312" y="2968"/>
                  </a:cubicBezTo>
                  <a:cubicBezTo>
                    <a:pt x="6065" y="958"/>
                    <a:pt x="5579" y="1"/>
                    <a:pt x="4733" y="1"/>
                  </a:cubicBezTo>
                  <a:close/>
                </a:path>
              </a:pathLst>
            </a:custGeom>
            <a:solidFill>
              <a:srgbClr val="CDB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4"/>
            <p:cNvSpPr/>
            <p:nvPr/>
          </p:nvSpPr>
          <p:spPr>
            <a:xfrm>
              <a:off x="1935901" y="2805221"/>
              <a:ext cx="85256" cy="399536"/>
            </a:xfrm>
            <a:custGeom>
              <a:avLst/>
              <a:gdLst/>
              <a:ahLst/>
              <a:cxnLst/>
              <a:rect l="l" t="t" r="r" b="b"/>
              <a:pathLst>
                <a:path w="1822" h="8538" fill="none" extrusionOk="0">
                  <a:moveTo>
                    <a:pt x="264" y="0"/>
                  </a:moveTo>
                  <a:cubicBezTo>
                    <a:pt x="264" y="0"/>
                    <a:pt x="0" y="3014"/>
                    <a:pt x="1821" y="8538"/>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4"/>
            <p:cNvSpPr/>
            <p:nvPr/>
          </p:nvSpPr>
          <p:spPr>
            <a:xfrm>
              <a:off x="1824345" y="2810274"/>
              <a:ext cx="94147" cy="430140"/>
            </a:xfrm>
            <a:custGeom>
              <a:avLst/>
              <a:gdLst/>
              <a:ahLst/>
              <a:cxnLst/>
              <a:rect l="l" t="t" r="r" b="b"/>
              <a:pathLst>
                <a:path w="2012" h="9192" fill="none" extrusionOk="0">
                  <a:moveTo>
                    <a:pt x="134" y="1"/>
                  </a:moveTo>
                  <a:cubicBezTo>
                    <a:pt x="134" y="1"/>
                    <a:pt x="1" y="3417"/>
                    <a:pt x="2012" y="919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44"/>
            <p:cNvSpPr/>
            <p:nvPr/>
          </p:nvSpPr>
          <p:spPr>
            <a:xfrm>
              <a:off x="1739227" y="2907371"/>
              <a:ext cx="84975" cy="344037"/>
            </a:xfrm>
            <a:custGeom>
              <a:avLst/>
              <a:gdLst/>
              <a:ahLst/>
              <a:cxnLst/>
              <a:rect l="l" t="t" r="r" b="b"/>
              <a:pathLst>
                <a:path w="1816" h="7352" fill="none" extrusionOk="0">
                  <a:moveTo>
                    <a:pt x="179" y="0"/>
                  </a:moveTo>
                  <a:cubicBezTo>
                    <a:pt x="179" y="0"/>
                    <a:pt x="1" y="2108"/>
                    <a:pt x="1816" y="735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4"/>
            <p:cNvSpPr/>
            <p:nvPr/>
          </p:nvSpPr>
          <p:spPr>
            <a:xfrm>
              <a:off x="1878532" y="3297304"/>
              <a:ext cx="838990" cy="479134"/>
            </a:xfrm>
            <a:custGeom>
              <a:avLst/>
              <a:gdLst/>
              <a:ahLst/>
              <a:cxnLst/>
              <a:rect l="l" t="t" r="r" b="b"/>
              <a:pathLst>
                <a:path w="17930" h="10239" extrusionOk="0">
                  <a:moveTo>
                    <a:pt x="9295" y="0"/>
                  </a:moveTo>
                  <a:lnTo>
                    <a:pt x="1" y="5031"/>
                  </a:lnTo>
                  <a:cubicBezTo>
                    <a:pt x="1" y="5031"/>
                    <a:pt x="915" y="7587"/>
                    <a:pt x="2292" y="10238"/>
                  </a:cubicBezTo>
                  <a:lnTo>
                    <a:pt x="17929" y="10238"/>
                  </a:lnTo>
                  <a:cubicBezTo>
                    <a:pt x="13573" y="5880"/>
                    <a:pt x="9295" y="0"/>
                    <a:pt x="9295"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4"/>
            <p:cNvSpPr/>
            <p:nvPr/>
          </p:nvSpPr>
          <p:spPr>
            <a:xfrm>
              <a:off x="1878532" y="3314524"/>
              <a:ext cx="402977" cy="218252"/>
            </a:xfrm>
            <a:custGeom>
              <a:avLst/>
              <a:gdLst/>
              <a:ahLst/>
              <a:cxnLst/>
              <a:rect l="l" t="t" r="r" b="b"/>
              <a:pathLst>
                <a:path w="8612" h="4664" fill="none" extrusionOk="0">
                  <a:moveTo>
                    <a:pt x="1" y="4663"/>
                  </a:moveTo>
                  <a:lnTo>
                    <a:pt x="8612" y="1"/>
                  </a:lnTo>
                </a:path>
              </a:pathLst>
            </a:custGeom>
            <a:noFill/>
            <a:ln w="32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4"/>
            <p:cNvSpPr/>
            <p:nvPr/>
          </p:nvSpPr>
          <p:spPr>
            <a:xfrm>
              <a:off x="2496207" y="2233869"/>
              <a:ext cx="764122" cy="487697"/>
            </a:xfrm>
            <a:custGeom>
              <a:avLst/>
              <a:gdLst/>
              <a:ahLst/>
              <a:cxnLst/>
              <a:rect l="l" t="t" r="r" b="b"/>
              <a:pathLst>
                <a:path w="16330" h="10422" extrusionOk="0">
                  <a:moveTo>
                    <a:pt x="7750" y="1"/>
                  </a:moveTo>
                  <a:cubicBezTo>
                    <a:pt x="5939" y="1"/>
                    <a:pt x="4488" y="305"/>
                    <a:pt x="4488" y="305"/>
                  </a:cubicBezTo>
                  <a:cubicBezTo>
                    <a:pt x="3614" y="557"/>
                    <a:pt x="3452" y="1387"/>
                    <a:pt x="3452" y="1387"/>
                  </a:cubicBezTo>
                  <a:cubicBezTo>
                    <a:pt x="3452" y="1387"/>
                    <a:pt x="2135" y="1948"/>
                    <a:pt x="1646" y="3620"/>
                  </a:cubicBezTo>
                  <a:cubicBezTo>
                    <a:pt x="709" y="5447"/>
                    <a:pt x="1" y="7216"/>
                    <a:pt x="508" y="7844"/>
                  </a:cubicBezTo>
                  <a:cubicBezTo>
                    <a:pt x="606" y="7965"/>
                    <a:pt x="735" y="8017"/>
                    <a:pt x="881" y="8017"/>
                  </a:cubicBezTo>
                  <a:cubicBezTo>
                    <a:pt x="1500" y="8017"/>
                    <a:pt x="2423" y="7082"/>
                    <a:pt x="2526" y="6427"/>
                  </a:cubicBezTo>
                  <a:cubicBezTo>
                    <a:pt x="2655" y="5614"/>
                    <a:pt x="3639" y="5066"/>
                    <a:pt x="4776" y="4974"/>
                  </a:cubicBezTo>
                  <a:cubicBezTo>
                    <a:pt x="4861" y="4967"/>
                    <a:pt x="4947" y="4964"/>
                    <a:pt x="5034" y="4964"/>
                  </a:cubicBezTo>
                  <a:cubicBezTo>
                    <a:pt x="6118" y="4964"/>
                    <a:pt x="7328" y="5481"/>
                    <a:pt x="7188" y="6171"/>
                  </a:cubicBezTo>
                  <a:cubicBezTo>
                    <a:pt x="7060" y="6798"/>
                    <a:pt x="6294" y="8244"/>
                    <a:pt x="5319" y="8244"/>
                  </a:cubicBezTo>
                  <a:cubicBezTo>
                    <a:pt x="5140" y="8244"/>
                    <a:pt x="4954" y="8195"/>
                    <a:pt x="4764" y="8084"/>
                  </a:cubicBezTo>
                  <a:cubicBezTo>
                    <a:pt x="4318" y="7823"/>
                    <a:pt x="3764" y="7696"/>
                    <a:pt x="3270" y="7696"/>
                  </a:cubicBezTo>
                  <a:cubicBezTo>
                    <a:pt x="2401" y="7696"/>
                    <a:pt x="1717" y="8091"/>
                    <a:pt x="2137" y="8857"/>
                  </a:cubicBezTo>
                  <a:cubicBezTo>
                    <a:pt x="2637" y="9767"/>
                    <a:pt x="4322" y="10421"/>
                    <a:pt x="6096" y="10421"/>
                  </a:cubicBezTo>
                  <a:cubicBezTo>
                    <a:pt x="6672" y="10421"/>
                    <a:pt x="7257" y="10353"/>
                    <a:pt x="7814" y="10201"/>
                  </a:cubicBezTo>
                  <a:cubicBezTo>
                    <a:pt x="10091" y="9581"/>
                    <a:pt x="12516" y="7012"/>
                    <a:pt x="12516" y="7012"/>
                  </a:cubicBezTo>
                  <a:cubicBezTo>
                    <a:pt x="12516" y="7012"/>
                    <a:pt x="14421" y="6607"/>
                    <a:pt x="15376" y="4681"/>
                  </a:cubicBezTo>
                  <a:cubicBezTo>
                    <a:pt x="16329" y="2756"/>
                    <a:pt x="14069" y="1353"/>
                    <a:pt x="11112" y="444"/>
                  </a:cubicBezTo>
                  <a:cubicBezTo>
                    <a:pt x="10016" y="107"/>
                    <a:pt x="8820" y="1"/>
                    <a:pt x="7750" y="1"/>
                  </a:cubicBezTo>
                  <a:close/>
                </a:path>
              </a:pathLst>
            </a:custGeom>
            <a:solidFill>
              <a:srgbClr val="CDB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4"/>
            <p:cNvSpPr/>
            <p:nvPr/>
          </p:nvSpPr>
          <p:spPr>
            <a:xfrm>
              <a:off x="2573417" y="2294654"/>
              <a:ext cx="256516" cy="108798"/>
            </a:xfrm>
            <a:custGeom>
              <a:avLst/>
              <a:gdLst/>
              <a:ahLst/>
              <a:cxnLst/>
              <a:rect l="l" t="t" r="r" b="b"/>
              <a:pathLst>
                <a:path w="5482" h="2325" fill="none" extrusionOk="0">
                  <a:moveTo>
                    <a:pt x="0" y="2325"/>
                  </a:moveTo>
                  <a:cubicBezTo>
                    <a:pt x="0" y="2325"/>
                    <a:pt x="2126" y="0"/>
                    <a:pt x="5481" y="136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4"/>
            <p:cNvSpPr/>
            <p:nvPr/>
          </p:nvSpPr>
          <p:spPr>
            <a:xfrm>
              <a:off x="2657739" y="2268824"/>
              <a:ext cx="195452" cy="30089"/>
            </a:xfrm>
            <a:custGeom>
              <a:avLst/>
              <a:gdLst/>
              <a:ahLst/>
              <a:cxnLst/>
              <a:rect l="l" t="t" r="r" b="b"/>
              <a:pathLst>
                <a:path w="4177" h="643" fill="none" extrusionOk="0">
                  <a:moveTo>
                    <a:pt x="0" y="642"/>
                  </a:moveTo>
                  <a:cubicBezTo>
                    <a:pt x="0" y="642"/>
                    <a:pt x="2008" y="0"/>
                    <a:pt x="4176" y="94"/>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4"/>
            <p:cNvSpPr/>
            <p:nvPr/>
          </p:nvSpPr>
          <p:spPr>
            <a:xfrm>
              <a:off x="2973783" y="2239858"/>
              <a:ext cx="78799" cy="82219"/>
            </a:xfrm>
            <a:custGeom>
              <a:avLst/>
              <a:gdLst/>
              <a:ahLst/>
              <a:cxnLst/>
              <a:rect l="l" t="t" r="r" b="b"/>
              <a:pathLst>
                <a:path w="1684" h="1757" extrusionOk="0">
                  <a:moveTo>
                    <a:pt x="553" y="0"/>
                  </a:moveTo>
                  <a:cubicBezTo>
                    <a:pt x="359" y="0"/>
                    <a:pt x="164" y="63"/>
                    <a:pt x="0" y="191"/>
                  </a:cubicBezTo>
                  <a:cubicBezTo>
                    <a:pt x="0" y="191"/>
                    <a:pt x="642" y="1012"/>
                    <a:pt x="1224" y="1757"/>
                  </a:cubicBezTo>
                  <a:cubicBezTo>
                    <a:pt x="1614" y="1450"/>
                    <a:pt x="1684" y="883"/>
                    <a:pt x="1379" y="492"/>
                  </a:cubicBezTo>
                  <a:lnTo>
                    <a:pt x="1264" y="347"/>
                  </a:lnTo>
                  <a:cubicBezTo>
                    <a:pt x="1086" y="119"/>
                    <a:pt x="821" y="0"/>
                    <a:pt x="553"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4"/>
            <p:cNvSpPr/>
            <p:nvPr/>
          </p:nvSpPr>
          <p:spPr>
            <a:xfrm>
              <a:off x="2508187" y="2260588"/>
              <a:ext cx="507652" cy="425133"/>
            </a:xfrm>
            <a:custGeom>
              <a:avLst/>
              <a:gdLst/>
              <a:ahLst/>
              <a:cxnLst/>
              <a:rect l="l" t="t" r="r" b="b"/>
              <a:pathLst>
                <a:path w="10849" h="9085" extrusionOk="0">
                  <a:moveTo>
                    <a:pt x="9625" y="0"/>
                  </a:moveTo>
                  <a:lnTo>
                    <a:pt x="1" y="7519"/>
                  </a:lnTo>
                  <a:cubicBezTo>
                    <a:pt x="158" y="8955"/>
                    <a:pt x="1187" y="9084"/>
                    <a:pt x="1221" y="9084"/>
                  </a:cubicBezTo>
                  <a:cubicBezTo>
                    <a:pt x="1222" y="9084"/>
                    <a:pt x="1222" y="9084"/>
                    <a:pt x="1222" y="9084"/>
                  </a:cubicBezTo>
                  <a:lnTo>
                    <a:pt x="10848" y="1565"/>
                  </a:lnTo>
                  <a:lnTo>
                    <a:pt x="9625" y="0"/>
                  </a:lnTo>
                  <a:close/>
                </a:path>
              </a:pathLst>
            </a:cu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4"/>
            <p:cNvSpPr/>
            <p:nvPr/>
          </p:nvSpPr>
          <p:spPr>
            <a:xfrm>
              <a:off x="2435516" y="2612384"/>
              <a:ext cx="129896" cy="115818"/>
            </a:xfrm>
            <a:custGeom>
              <a:avLst/>
              <a:gdLst/>
              <a:ahLst/>
              <a:cxnLst/>
              <a:rect l="l" t="t" r="r" b="b"/>
              <a:pathLst>
                <a:path w="2776" h="2475" extrusionOk="0">
                  <a:moveTo>
                    <a:pt x="2775" y="1566"/>
                  </a:moveTo>
                  <a:lnTo>
                    <a:pt x="2775" y="1566"/>
                  </a:lnTo>
                  <a:lnTo>
                    <a:pt x="2775" y="1566"/>
                  </a:lnTo>
                  <a:cubicBezTo>
                    <a:pt x="2775" y="1566"/>
                    <a:pt x="2775" y="1566"/>
                    <a:pt x="2775" y="1566"/>
                  </a:cubicBezTo>
                  <a:close/>
                  <a:moveTo>
                    <a:pt x="1554" y="1"/>
                  </a:moveTo>
                  <a:lnTo>
                    <a:pt x="1" y="2474"/>
                  </a:lnTo>
                  <a:lnTo>
                    <a:pt x="2775" y="1566"/>
                  </a:lnTo>
                  <a:lnTo>
                    <a:pt x="2775" y="1566"/>
                  </a:lnTo>
                  <a:cubicBezTo>
                    <a:pt x="2775" y="1566"/>
                    <a:pt x="2775" y="1566"/>
                    <a:pt x="2775" y="1566"/>
                  </a:cubicBezTo>
                  <a:cubicBezTo>
                    <a:pt x="2751" y="1566"/>
                    <a:pt x="1695" y="1384"/>
                    <a:pt x="1554"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44"/>
            <p:cNvSpPr/>
            <p:nvPr/>
          </p:nvSpPr>
          <p:spPr>
            <a:xfrm>
              <a:off x="2435516" y="2688143"/>
              <a:ext cx="49413" cy="40057"/>
            </a:xfrm>
            <a:custGeom>
              <a:avLst/>
              <a:gdLst/>
              <a:ahLst/>
              <a:cxnLst/>
              <a:rect l="l" t="t" r="r" b="b"/>
              <a:pathLst>
                <a:path w="1056" h="856" extrusionOk="0">
                  <a:moveTo>
                    <a:pt x="537" y="0"/>
                  </a:moveTo>
                  <a:lnTo>
                    <a:pt x="1" y="855"/>
                  </a:lnTo>
                  <a:lnTo>
                    <a:pt x="962" y="542"/>
                  </a:lnTo>
                  <a:cubicBezTo>
                    <a:pt x="962" y="542"/>
                    <a:pt x="962" y="542"/>
                    <a:pt x="962" y="542"/>
                  </a:cubicBezTo>
                  <a:cubicBezTo>
                    <a:pt x="963" y="542"/>
                    <a:pt x="1056" y="45"/>
                    <a:pt x="53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44"/>
            <p:cNvSpPr/>
            <p:nvPr/>
          </p:nvSpPr>
          <p:spPr>
            <a:xfrm>
              <a:off x="2941589" y="2247954"/>
              <a:ext cx="90403" cy="99205"/>
            </a:xfrm>
            <a:custGeom>
              <a:avLst/>
              <a:gdLst/>
              <a:ahLst/>
              <a:cxnLst/>
              <a:rect l="l" t="t" r="r" b="b"/>
              <a:pathLst>
                <a:path w="1932" h="2120" extrusionOk="0">
                  <a:moveTo>
                    <a:pt x="709" y="0"/>
                  </a:moveTo>
                  <a:lnTo>
                    <a:pt x="1" y="554"/>
                  </a:lnTo>
                  <a:cubicBezTo>
                    <a:pt x="1" y="554"/>
                    <a:pt x="684" y="1451"/>
                    <a:pt x="1224" y="2120"/>
                  </a:cubicBezTo>
                  <a:lnTo>
                    <a:pt x="1932" y="1565"/>
                  </a:lnTo>
                  <a:cubicBezTo>
                    <a:pt x="1932" y="1565"/>
                    <a:pt x="1283" y="788"/>
                    <a:pt x="70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4"/>
            <p:cNvSpPr/>
            <p:nvPr/>
          </p:nvSpPr>
          <p:spPr>
            <a:xfrm>
              <a:off x="2591198" y="2382533"/>
              <a:ext cx="329372" cy="257419"/>
            </a:xfrm>
            <a:custGeom>
              <a:avLst/>
              <a:gdLst/>
              <a:ahLst/>
              <a:cxnLst/>
              <a:rect l="l" t="t" r="r" b="b"/>
              <a:pathLst>
                <a:path w="7039" h="5501" fill="none" extrusionOk="0">
                  <a:moveTo>
                    <a:pt x="1" y="5500"/>
                  </a:moveTo>
                  <a:lnTo>
                    <a:pt x="7039" y="1"/>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4"/>
            <p:cNvSpPr/>
            <p:nvPr/>
          </p:nvSpPr>
          <p:spPr>
            <a:xfrm>
              <a:off x="2656382" y="2315430"/>
              <a:ext cx="281410" cy="219749"/>
            </a:xfrm>
            <a:custGeom>
              <a:avLst/>
              <a:gdLst/>
              <a:ahLst/>
              <a:cxnLst/>
              <a:rect l="l" t="t" r="r" b="b"/>
              <a:pathLst>
                <a:path w="6014" h="4696" fill="none" extrusionOk="0">
                  <a:moveTo>
                    <a:pt x="6014" y="0"/>
                  </a:moveTo>
                  <a:lnTo>
                    <a:pt x="1" y="4696"/>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4"/>
            <p:cNvSpPr/>
            <p:nvPr/>
          </p:nvSpPr>
          <p:spPr>
            <a:xfrm>
              <a:off x="2558443" y="2592215"/>
              <a:ext cx="150672" cy="121620"/>
            </a:xfrm>
            <a:custGeom>
              <a:avLst/>
              <a:gdLst/>
              <a:ahLst/>
              <a:cxnLst/>
              <a:rect l="l" t="t" r="r" b="b"/>
              <a:pathLst>
                <a:path w="3220" h="2599" extrusionOk="0">
                  <a:moveTo>
                    <a:pt x="1906" y="0"/>
                  </a:moveTo>
                  <a:cubicBezTo>
                    <a:pt x="1510" y="0"/>
                    <a:pt x="1101" y="109"/>
                    <a:pt x="803" y="456"/>
                  </a:cubicBezTo>
                  <a:cubicBezTo>
                    <a:pt x="1" y="1391"/>
                    <a:pt x="2157" y="2445"/>
                    <a:pt x="3219" y="2598"/>
                  </a:cubicBezTo>
                  <a:lnTo>
                    <a:pt x="3207" y="311"/>
                  </a:lnTo>
                  <a:cubicBezTo>
                    <a:pt x="3207" y="311"/>
                    <a:pt x="2575" y="0"/>
                    <a:pt x="1906" y="0"/>
                  </a:cubicBezTo>
                  <a:close/>
                </a:path>
              </a:pathLst>
            </a:custGeom>
            <a:solidFill>
              <a:srgbClr val="CDB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44"/>
            <p:cNvSpPr/>
            <p:nvPr/>
          </p:nvSpPr>
          <p:spPr>
            <a:xfrm>
              <a:off x="3091235" y="2195732"/>
              <a:ext cx="546677" cy="883256"/>
            </a:xfrm>
            <a:custGeom>
              <a:avLst/>
              <a:gdLst/>
              <a:ahLst/>
              <a:cxnLst/>
              <a:rect l="l" t="t" r="r" b="b"/>
              <a:pathLst>
                <a:path w="11683" h="18875" extrusionOk="0">
                  <a:moveTo>
                    <a:pt x="1074" y="1"/>
                  </a:moveTo>
                  <a:lnTo>
                    <a:pt x="0" y="9562"/>
                  </a:lnTo>
                  <a:cubicBezTo>
                    <a:pt x="3581" y="11781"/>
                    <a:pt x="8941" y="16428"/>
                    <a:pt x="11683" y="18875"/>
                  </a:cubicBezTo>
                  <a:lnTo>
                    <a:pt x="11683" y="6646"/>
                  </a:lnTo>
                  <a:cubicBezTo>
                    <a:pt x="8139" y="3088"/>
                    <a:pt x="1074" y="1"/>
                    <a:pt x="1074"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4"/>
            <p:cNvSpPr/>
            <p:nvPr/>
          </p:nvSpPr>
          <p:spPr>
            <a:xfrm>
              <a:off x="3101296" y="2195732"/>
              <a:ext cx="40242" cy="357935"/>
            </a:xfrm>
            <a:custGeom>
              <a:avLst/>
              <a:gdLst/>
              <a:ahLst/>
              <a:cxnLst/>
              <a:rect l="l" t="t" r="r" b="b"/>
              <a:pathLst>
                <a:path w="860" h="7649" fill="none" extrusionOk="0">
                  <a:moveTo>
                    <a:pt x="859" y="1"/>
                  </a:moveTo>
                  <a:lnTo>
                    <a:pt x="0" y="7649"/>
                  </a:lnTo>
                </a:path>
              </a:pathLst>
            </a:custGeom>
            <a:noFill/>
            <a:ln w="32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4"/>
            <p:cNvSpPr/>
            <p:nvPr/>
          </p:nvSpPr>
          <p:spPr>
            <a:xfrm>
              <a:off x="973075" y="2805221"/>
              <a:ext cx="654674" cy="760325"/>
            </a:xfrm>
            <a:custGeom>
              <a:avLst/>
              <a:gdLst/>
              <a:ahLst/>
              <a:cxnLst/>
              <a:rect l="l" t="t" r="r" b="b"/>
              <a:pathLst>
                <a:path w="13991" h="16248" extrusionOk="0">
                  <a:moveTo>
                    <a:pt x="3204" y="0"/>
                  </a:moveTo>
                  <a:lnTo>
                    <a:pt x="0" y="2519"/>
                  </a:lnTo>
                  <a:lnTo>
                    <a:pt x="10786" y="16247"/>
                  </a:lnTo>
                  <a:lnTo>
                    <a:pt x="13990" y="13729"/>
                  </a:lnTo>
                  <a:lnTo>
                    <a:pt x="3204" y="0"/>
                  </a:ln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44"/>
            <p:cNvSpPr/>
            <p:nvPr/>
          </p:nvSpPr>
          <p:spPr>
            <a:xfrm>
              <a:off x="1107794" y="2876909"/>
              <a:ext cx="397689" cy="506415"/>
            </a:xfrm>
            <a:custGeom>
              <a:avLst/>
              <a:gdLst/>
              <a:ahLst/>
              <a:cxnLst/>
              <a:rect l="l" t="t" r="r" b="b"/>
              <a:pathLst>
                <a:path w="8499" h="10822" fill="none" extrusionOk="0">
                  <a:moveTo>
                    <a:pt x="0" y="1"/>
                  </a:moveTo>
                  <a:lnTo>
                    <a:pt x="8499" y="10822"/>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44"/>
            <p:cNvSpPr/>
            <p:nvPr/>
          </p:nvSpPr>
          <p:spPr>
            <a:xfrm>
              <a:off x="1122815" y="2871761"/>
              <a:ext cx="31164" cy="24427"/>
            </a:xfrm>
            <a:custGeom>
              <a:avLst/>
              <a:gdLst/>
              <a:ahLst/>
              <a:cxnLst/>
              <a:rect l="l" t="t" r="r" b="b"/>
              <a:pathLst>
                <a:path w="666" h="522" fill="none" extrusionOk="0">
                  <a:moveTo>
                    <a:pt x="665" y="0"/>
                  </a:moveTo>
                  <a:lnTo>
                    <a:pt x="0" y="522"/>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4"/>
            <p:cNvSpPr/>
            <p:nvPr/>
          </p:nvSpPr>
          <p:spPr>
            <a:xfrm>
              <a:off x="1155243" y="2924872"/>
              <a:ext cx="16050" cy="12681"/>
            </a:xfrm>
            <a:custGeom>
              <a:avLst/>
              <a:gdLst/>
              <a:ahLst/>
              <a:cxnLst/>
              <a:rect l="l" t="t" r="r" b="b"/>
              <a:pathLst>
                <a:path w="343" h="271" fill="none" extrusionOk="0">
                  <a:moveTo>
                    <a:pt x="342" y="1"/>
                  </a:moveTo>
                  <a:lnTo>
                    <a:pt x="1" y="271"/>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4"/>
            <p:cNvSpPr/>
            <p:nvPr/>
          </p:nvSpPr>
          <p:spPr>
            <a:xfrm>
              <a:off x="1187717" y="2954259"/>
              <a:ext cx="31164" cy="24567"/>
            </a:xfrm>
            <a:custGeom>
              <a:avLst/>
              <a:gdLst/>
              <a:ahLst/>
              <a:cxnLst/>
              <a:rect l="l" t="t" r="r" b="b"/>
              <a:pathLst>
                <a:path w="666" h="525" fill="none" extrusionOk="0">
                  <a:moveTo>
                    <a:pt x="665" y="1"/>
                  </a:moveTo>
                  <a:lnTo>
                    <a:pt x="0" y="525"/>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4"/>
            <p:cNvSpPr/>
            <p:nvPr/>
          </p:nvSpPr>
          <p:spPr>
            <a:xfrm>
              <a:off x="1220052" y="3007323"/>
              <a:ext cx="16050" cy="12681"/>
            </a:xfrm>
            <a:custGeom>
              <a:avLst/>
              <a:gdLst/>
              <a:ahLst/>
              <a:cxnLst/>
              <a:rect l="l" t="t" r="r" b="b"/>
              <a:pathLst>
                <a:path w="343" h="271" fill="none" extrusionOk="0">
                  <a:moveTo>
                    <a:pt x="343" y="0"/>
                  </a:moveTo>
                  <a:lnTo>
                    <a:pt x="1" y="270"/>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44"/>
            <p:cNvSpPr/>
            <p:nvPr/>
          </p:nvSpPr>
          <p:spPr>
            <a:xfrm>
              <a:off x="1252433" y="3036803"/>
              <a:ext cx="31164" cy="24474"/>
            </a:xfrm>
            <a:custGeom>
              <a:avLst/>
              <a:gdLst/>
              <a:ahLst/>
              <a:cxnLst/>
              <a:rect l="l" t="t" r="r" b="b"/>
              <a:pathLst>
                <a:path w="666" h="523" fill="none" extrusionOk="0">
                  <a:moveTo>
                    <a:pt x="665" y="0"/>
                  </a:moveTo>
                  <a:lnTo>
                    <a:pt x="0" y="522"/>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4"/>
            <p:cNvSpPr/>
            <p:nvPr/>
          </p:nvSpPr>
          <p:spPr>
            <a:xfrm>
              <a:off x="1284861" y="3089914"/>
              <a:ext cx="16050" cy="12588"/>
            </a:xfrm>
            <a:custGeom>
              <a:avLst/>
              <a:gdLst/>
              <a:ahLst/>
              <a:cxnLst/>
              <a:rect l="l" t="t" r="r" b="b"/>
              <a:pathLst>
                <a:path w="343" h="269" fill="none" extrusionOk="0">
                  <a:moveTo>
                    <a:pt x="343" y="1"/>
                  </a:moveTo>
                  <a:lnTo>
                    <a:pt x="1" y="269"/>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4"/>
            <p:cNvSpPr/>
            <p:nvPr/>
          </p:nvSpPr>
          <p:spPr>
            <a:xfrm>
              <a:off x="1317336" y="3119441"/>
              <a:ext cx="31164" cy="24333"/>
            </a:xfrm>
            <a:custGeom>
              <a:avLst/>
              <a:gdLst/>
              <a:ahLst/>
              <a:cxnLst/>
              <a:rect l="l" t="t" r="r" b="b"/>
              <a:pathLst>
                <a:path w="666" h="520" fill="none" extrusionOk="0">
                  <a:moveTo>
                    <a:pt x="665" y="0"/>
                  </a:moveTo>
                  <a:lnTo>
                    <a:pt x="1" y="520"/>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4"/>
            <p:cNvSpPr/>
            <p:nvPr/>
          </p:nvSpPr>
          <p:spPr>
            <a:xfrm>
              <a:off x="1349810" y="3172458"/>
              <a:ext cx="16003" cy="12681"/>
            </a:xfrm>
            <a:custGeom>
              <a:avLst/>
              <a:gdLst/>
              <a:ahLst/>
              <a:cxnLst/>
              <a:rect l="l" t="t" r="r" b="b"/>
              <a:pathLst>
                <a:path w="342" h="271" fill="none" extrusionOk="0">
                  <a:moveTo>
                    <a:pt x="342" y="1"/>
                  </a:moveTo>
                  <a:lnTo>
                    <a:pt x="0" y="271"/>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4"/>
            <p:cNvSpPr/>
            <p:nvPr/>
          </p:nvSpPr>
          <p:spPr>
            <a:xfrm>
              <a:off x="1382145" y="3201844"/>
              <a:ext cx="31164" cy="24567"/>
            </a:xfrm>
            <a:custGeom>
              <a:avLst/>
              <a:gdLst/>
              <a:ahLst/>
              <a:cxnLst/>
              <a:rect l="l" t="t" r="r" b="b"/>
              <a:pathLst>
                <a:path w="666" h="525" fill="none" extrusionOk="0">
                  <a:moveTo>
                    <a:pt x="666" y="1"/>
                  </a:moveTo>
                  <a:lnTo>
                    <a:pt x="1" y="524"/>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4"/>
            <p:cNvSpPr/>
            <p:nvPr/>
          </p:nvSpPr>
          <p:spPr>
            <a:xfrm>
              <a:off x="1414620" y="3255002"/>
              <a:ext cx="16097" cy="12681"/>
            </a:xfrm>
            <a:custGeom>
              <a:avLst/>
              <a:gdLst/>
              <a:ahLst/>
              <a:cxnLst/>
              <a:rect l="l" t="t" r="r" b="b"/>
              <a:pathLst>
                <a:path w="344" h="271" fill="none" extrusionOk="0">
                  <a:moveTo>
                    <a:pt x="344" y="0"/>
                  </a:moveTo>
                  <a:lnTo>
                    <a:pt x="0" y="270"/>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4"/>
            <p:cNvSpPr/>
            <p:nvPr/>
          </p:nvSpPr>
          <p:spPr>
            <a:xfrm>
              <a:off x="1447048" y="3284389"/>
              <a:ext cx="31164" cy="24427"/>
            </a:xfrm>
            <a:custGeom>
              <a:avLst/>
              <a:gdLst/>
              <a:ahLst/>
              <a:cxnLst/>
              <a:rect l="l" t="t" r="r" b="b"/>
              <a:pathLst>
                <a:path w="666" h="522" fill="none" extrusionOk="0">
                  <a:moveTo>
                    <a:pt x="666" y="0"/>
                  </a:moveTo>
                  <a:lnTo>
                    <a:pt x="1" y="522"/>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4"/>
            <p:cNvSpPr/>
            <p:nvPr/>
          </p:nvSpPr>
          <p:spPr>
            <a:xfrm>
              <a:off x="1479429" y="3337500"/>
              <a:ext cx="16097" cy="12588"/>
            </a:xfrm>
            <a:custGeom>
              <a:avLst/>
              <a:gdLst/>
              <a:ahLst/>
              <a:cxnLst/>
              <a:rect l="l" t="t" r="r" b="b"/>
              <a:pathLst>
                <a:path w="344" h="269" fill="none" extrusionOk="0">
                  <a:moveTo>
                    <a:pt x="344" y="1"/>
                  </a:moveTo>
                  <a:lnTo>
                    <a:pt x="0" y="269"/>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4"/>
            <p:cNvSpPr/>
            <p:nvPr/>
          </p:nvSpPr>
          <p:spPr>
            <a:xfrm>
              <a:off x="3021045" y="2871059"/>
              <a:ext cx="233073" cy="217690"/>
            </a:xfrm>
            <a:custGeom>
              <a:avLst/>
              <a:gdLst/>
              <a:ahLst/>
              <a:cxnLst/>
              <a:rect l="l" t="t" r="r" b="b"/>
              <a:pathLst>
                <a:path w="4981" h="4652" extrusionOk="0">
                  <a:moveTo>
                    <a:pt x="3865" y="0"/>
                  </a:moveTo>
                  <a:cubicBezTo>
                    <a:pt x="3826" y="0"/>
                    <a:pt x="3787" y="14"/>
                    <a:pt x="3755" y="42"/>
                  </a:cubicBezTo>
                  <a:lnTo>
                    <a:pt x="1" y="3350"/>
                  </a:lnTo>
                  <a:lnTo>
                    <a:pt x="1148" y="4651"/>
                  </a:lnTo>
                  <a:lnTo>
                    <a:pt x="4903" y="1343"/>
                  </a:lnTo>
                  <a:cubicBezTo>
                    <a:pt x="4972" y="1282"/>
                    <a:pt x="4980" y="1177"/>
                    <a:pt x="4919" y="1108"/>
                  </a:cubicBezTo>
                  <a:lnTo>
                    <a:pt x="3990" y="56"/>
                  </a:lnTo>
                  <a:cubicBezTo>
                    <a:pt x="3957" y="19"/>
                    <a:pt x="3911" y="0"/>
                    <a:pt x="3865" y="0"/>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44"/>
            <p:cNvSpPr/>
            <p:nvPr/>
          </p:nvSpPr>
          <p:spPr>
            <a:xfrm>
              <a:off x="2726292" y="3033621"/>
              <a:ext cx="343036" cy="313433"/>
            </a:xfrm>
            <a:custGeom>
              <a:avLst/>
              <a:gdLst/>
              <a:ahLst/>
              <a:cxnLst/>
              <a:rect l="l" t="t" r="r" b="b"/>
              <a:pathLst>
                <a:path w="7331" h="6698" extrusionOk="0">
                  <a:moveTo>
                    <a:pt x="6406" y="1"/>
                  </a:moveTo>
                  <a:lnTo>
                    <a:pt x="0" y="5648"/>
                  </a:lnTo>
                  <a:lnTo>
                    <a:pt x="925" y="6697"/>
                  </a:lnTo>
                  <a:lnTo>
                    <a:pt x="7331" y="1050"/>
                  </a:lnTo>
                  <a:lnTo>
                    <a:pt x="6406" y="1"/>
                  </a:ln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4"/>
            <p:cNvSpPr/>
            <p:nvPr/>
          </p:nvSpPr>
          <p:spPr>
            <a:xfrm>
              <a:off x="3021045" y="3027818"/>
              <a:ext cx="53765" cy="60927"/>
            </a:xfrm>
            <a:custGeom>
              <a:avLst/>
              <a:gdLst/>
              <a:ahLst/>
              <a:cxnLst/>
              <a:rect l="l" t="t" r="r" b="b"/>
              <a:pathLst>
                <a:path w="1149" h="1302" fill="none" extrusionOk="0">
                  <a:moveTo>
                    <a:pt x="1" y="0"/>
                  </a:moveTo>
                  <a:lnTo>
                    <a:pt x="1148" y="1301"/>
                  </a:lnTo>
                </a:path>
              </a:pathLst>
            </a:custGeom>
            <a:noFill/>
            <a:ln w="32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4"/>
            <p:cNvSpPr/>
            <p:nvPr/>
          </p:nvSpPr>
          <p:spPr>
            <a:xfrm>
              <a:off x="3115474" y="2955709"/>
              <a:ext cx="117777" cy="124521"/>
            </a:xfrm>
            <a:custGeom>
              <a:avLst/>
              <a:gdLst/>
              <a:ahLst/>
              <a:cxnLst/>
              <a:rect l="l" t="t" r="r" b="b"/>
              <a:pathLst>
                <a:path w="2517" h="2661" fill="none" extrusionOk="0">
                  <a:moveTo>
                    <a:pt x="2359" y="1"/>
                  </a:moveTo>
                  <a:lnTo>
                    <a:pt x="2359" y="1"/>
                  </a:lnTo>
                  <a:cubicBezTo>
                    <a:pt x="2516" y="181"/>
                    <a:pt x="2500" y="455"/>
                    <a:pt x="2320" y="616"/>
                  </a:cubicBezTo>
                  <a:lnTo>
                    <a:pt x="0" y="2660"/>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4"/>
            <p:cNvSpPr/>
            <p:nvPr/>
          </p:nvSpPr>
          <p:spPr>
            <a:xfrm>
              <a:off x="2673742" y="3297959"/>
              <a:ext cx="96065" cy="90127"/>
            </a:xfrm>
            <a:custGeom>
              <a:avLst/>
              <a:gdLst/>
              <a:ahLst/>
              <a:cxnLst/>
              <a:rect l="l" t="t" r="r" b="b"/>
              <a:pathLst>
                <a:path w="2053" h="1926" extrusionOk="0">
                  <a:moveTo>
                    <a:pt x="1129" y="1"/>
                  </a:moveTo>
                  <a:lnTo>
                    <a:pt x="0" y="1926"/>
                  </a:lnTo>
                  <a:lnTo>
                    <a:pt x="2052" y="1050"/>
                  </a:lnTo>
                  <a:lnTo>
                    <a:pt x="112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4"/>
            <p:cNvSpPr/>
            <p:nvPr/>
          </p:nvSpPr>
          <p:spPr>
            <a:xfrm>
              <a:off x="2726572" y="3297959"/>
              <a:ext cx="43330" cy="49088"/>
            </a:xfrm>
            <a:custGeom>
              <a:avLst/>
              <a:gdLst/>
              <a:ahLst/>
              <a:cxnLst/>
              <a:rect l="l" t="t" r="r" b="b"/>
              <a:pathLst>
                <a:path w="926" h="1049" fill="none" extrusionOk="0">
                  <a:moveTo>
                    <a:pt x="0" y="1"/>
                  </a:moveTo>
                  <a:cubicBezTo>
                    <a:pt x="0" y="1"/>
                    <a:pt x="635" y="220"/>
                    <a:pt x="925" y="1048"/>
                  </a:cubicBezTo>
                </a:path>
              </a:pathLst>
            </a:custGeom>
            <a:noFill/>
            <a:ln w="32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4"/>
            <p:cNvSpPr/>
            <p:nvPr/>
          </p:nvSpPr>
          <p:spPr>
            <a:xfrm>
              <a:off x="2699105" y="3369974"/>
              <a:ext cx="233073" cy="217784"/>
            </a:xfrm>
            <a:custGeom>
              <a:avLst/>
              <a:gdLst/>
              <a:ahLst/>
              <a:cxnLst/>
              <a:rect l="l" t="t" r="r" b="b"/>
              <a:pathLst>
                <a:path w="4981" h="4654" extrusionOk="0">
                  <a:moveTo>
                    <a:pt x="3832" y="0"/>
                  </a:moveTo>
                  <a:lnTo>
                    <a:pt x="78" y="3309"/>
                  </a:lnTo>
                  <a:cubicBezTo>
                    <a:pt x="8" y="3370"/>
                    <a:pt x="0" y="3476"/>
                    <a:pt x="62" y="3544"/>
                  </a:cubicBezTo>
                  <a:lnTo>
                    <a:pt x="991" y="4595"/>
                  </a:lnTo>
                  <a:cubicBezTo>
                    <a:pt x="1024" y="4633"/>
                    <a:pt x="1070" y="4653"/>
                    <a:pt x="1117" y="4653"/>
                  </a:cubicBezTo>
                  <a:cubicBezTo>
                    <a:pt x="1156" y="4653"/>
                    <a:pt x="1194" y="4640"/>
                    <a:pt x="1226" y="4612"/>
                  </a:cubicBezTo>
                  <a:lnTo>
                    <a:pt x="4980" y="1301"/>
                  </a:lnTo>
                  <a:lnTo>
                    <a:pt x="3832" y="0"/>
                  </a:lnTo>
                  <a:close/>
                </a:path>
              </a:pathLst>
            </a:cu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4"/>
            <p:cNvSpPr/>
            <p:nvPr/>
          </p:nvSpPr>
          <p:spPr>
            <a:xfrm>
              <a:off x="2883659" y="3077046"/>
              <a:ext cx="387114" cy="348014"/>
            </a:xfrm>
            <a:custGeom>
              <a:avLst/>
              <a:gdLst/>
              <a:ahLst/>
              <a:cxnLst/>
              <a:rect l="l" t="t" r="r" b="b"/>
              <a:pathLst>
                <a:path w="8273" h="7437" extrusionOk="0">
                  <a:moveTo>
                    <a:pt x="7491" y="1"/>
                  </a:moveTo>
                  <a:cubicBezTo>
                    <a:pt x="7326" y="1"/>
                    <a:pt x="7161" y="58"/>
                    <a:pt x="7029" y="176"/>
                  </a:cubicBezTo>
                  <a:lnTo>
                    <a:pt x="1" y="6387"/>
                  </a:lnTo>
                  <a:lnTo>
                    <a:pt x="928" y="7437"/>
                  </a:lnTo>
                  <a:lnTo>
                    <a:pt x="7955" y="1225"/>
                  </a:lnTo>
                  <a:cubicBezTo>
                    <a:pt x="8244" y="970"/>
                    <a:pt x="8272" y="528"/>
                    <a:pt x="8017" y="237"/>
                  </a:cubicBezTo>
                  <a:cubicBezTo>
                    <a:pt x="7878" y="81"/>
                    <a:pt x="7685" y="1"/>
                    <a:pt x="7491" y="1"/>
                  </a:cubicBezTo>
                  <a:close/>
                </a:path>
              </a:pathLst>
            </a:cu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4"/>
            <p:cNvSpPr/>
            <p:nvPr/>
          </p:nvSpPr>
          <p:spPr>
            <a:xfrm>
              <a:off x="2878418" y="3369974"/>
              <a:ext cx="53765" cy="61021"/>
            </a:xfrm>
            <a:custGeom>
              <a:avLst/>
              <a:gdLst/>
              <a:ahLst/>
              <a:cxnLst/>
              <a:rect l="l" t="t" r="r" b="b"/>
              <a:pathLst>
                <a:path w="1149" h="1304" fill="none" extrusionOk="0">
                  <a:moveTo>
                    <a:pt x="1148" y="1304"/>
                  </a:moveTo>
                  <a:lnTo>
                    <a:pt x="0" y="0"/>
                  </a:lnTo>
                </a:path>
              </a:pathLst>
            </a:custGeom>
            <a:noFill/>
            <a:ln w="32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4"/>
            <p:cNvSpPr/>
            <p:nvPr/>
          </p:nvSpPr>
          <p:spPr>
            <a:xfrm>
              <a:off x="2719975" y="3378678"/>
              <a:ext cx="117777" cy="124521"/>
            </a:xfrm>
            <a:custGeom>
              <a:avLst/>
              <a:gdLst/>
              <a:ahLst/>
              <a:cxnLst/>
              <a:rect l="l" t="t" r="r" b="b"/>
              <a:pathLst>
                <a:path w="2517" h="2661" fill="none" extrusionOk="0">
                  <a:moveTo>
                    <a:pt x="160" y="2660"/>
                  </a:moveTo>
                  <a:lnTo>
                    <a:pt x="160" y="2660"/>
                  </a:lnTo>
                  <a:cubicBezTo>
                    <a:pt x="0" y="2478"/>
                    <a:pt x="19" y="2206"/>
                    <a:pt x="197" y="2044"/>
                  </a:cubicBezTo>
                  <a:lnTo>
                    <a:pt x="2517" y="0"/>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4"/>
            <p:cNvSpPr/>
            <p:nvPr/>
          </p:nvSpPr>
          <p:spPr>
            <a:xfrm>
              <a:off x="2885894" y="1733550"/>
              <a:ext cx="266015" cy="265983"/>
            </a:xfrm>
            <a:custGeom>
              <a:avLst/>
              <a:gdLst/>
              <a:ahLst/>
              <a:cxnLst/>
              <a:rect l="l" t="t" r="r" b="b"/>
              <a:pathLst>
                <a:path w="5685" h="5684" fill="none" extrusionOk="0">
                  <a:moveTo>
                    <a:pt x="3681" y="463"/>
                  </a:moveTo>
                  <a:cubicBezTo>
                    <a:pt x="4995" y="927"/>
                    <a:pt x="5684" y="2367"/>
                    <a:pt x="5220" y="3681"/>
                  </a:cubicBezTo>
                  <a:cubicBezTo>
                    <a:pt x="4757" y="4994"/>
                    <a:pt x="3317" y="5684"/>
                    <a:pt x="2004" y="5219"/>
                  </a:cubicBezTo>
                  <a:cubicBezTo>
                    <a:pt x="690" y="4757"/>
                    <a:pt x="1" y="3317"/>
                    <a:pt x="465" y="2003"/>
                  </a:cubicBezTo>
                  <a:cubicBezTo>
                    <a:pt x="928" y="690"/>
                    <a:pt x="2368" y="0"/>
                    <a:pt x="3681" y="463"/>
                  </a:cubicBez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4"/>
            <p:cNvSpPr/>
            <p:nvPr/>
          </p:nvSpPr>
          <p:spPr>
            <a:xfrm>
              <a:off x="3227955" y="1858068"/>
              <a:ext cx="249357" cy="249277"/>
            </a:xfrm>
            <a:custGeom>
              <a:avLst/>
              <a:gdLst/>
              <a:ahLst/>
              <a:cxnLst/>
              <a:rect l="l" t="t" r="r" b="b"/>
              <a:pathLst>
                <a:path w="5329" h="5327" fill="none" extrusionOk="0">
                  <a:moveTo>
                    <a:pt x="5171" y="2378"/>
                  </a:moveTo>
                  <a:cubicBezTo>
                    <a:pt x="5328" y="3761"/>
                    <a:pt x="4334" y="5011"/>
                    <a:pt x="2951" y="5169"/>
                  </a:cubicBezTo>
                  <a:cubicBezTo>
                    <a:pt x="1566" y="5327"/>
                    <a:pt x="316" y="4334"/>
                    <a:pt x="158" y="2949"/>
                  </a:cubicBezTo>
                  <a:cubicBezTo>
                    <a:pt x="1" y="1566"/>
                    <a:pt x="995" y="316"/>
                    <a:pt x="2378" y="159"/>
                  </a:cubicBezTo>
                  <a:cubicBezTo>
                    <a:pt x="3761" y="1"/>
                    <a:pt x="5011" y="993"/>
                    <a:pt x="5171" y="2378"/>
                  </a:cubicBez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4"/>
            <p:cNvSpPr/>
            <p:nvPr/>
          </p:nvSpPr>
          <p:spPr>
            <a:xfrm>
              <a:off x="3130204" y="1877909"/>
              <a:ext cx="110617" cy="65934"/>
            </a:xfrm>
            <a:custGeom>
              <a:avLst/>
              <a:gdLst/>
              <a:ahLst/>
              <a:cxnLst/>
              <a:rect l="l" t="t" r="r" b="b"/>
              <a:pathLst>
                <a:path w="2364" h="1409" fill="none" extrusionOk="0">
                  <a:moveTo>
                    <a:pt x="1" y="584"/>
                  </a:moveTo>
                  <a:cubicBezTo>
                    <a:pt x="1" y="584"/>
                    <a:pt x="1558" y="1"/>
                    <a:pt x="2364" y="1408"/>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4"/>
            <p:cNvSpPr/>
            <p:nvPr/>
          </p:nvSpPr>
          <p:spPr>
            <a:xfrm>
              <a:off x="2913783" y="1816562"/>
              <a:ext cx="599786" cy="338094"/>
            </a:xfrm>
            <a:custGeom>
              <a:avLst/>
              <a:gdLst/>
              <a:ahLst/>
              <a:cxnLst/>
              <a:rect l="l" t="t" r="r" b="b"/>
              <a:pathLst>
                <a:path w="12818" h="7225" fill="none" extrusionOk="0">
                  <a:moveTo>
                    <a:pt x="0" y="0"/>
                  </a:moveTo>
                  <a:lnTo>
                    <a:pt x="8986" y="3533"/>
                  </a:lnTo>
                  <a:cubicBezTo>
                    <a:pt x="8986" y="3533"/>
                    <a:pt x="12818" y="4910"/>
                    <a:pt x="11909" y="7224"/>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4"/>
            <p:cNvSpPr/>
            <p:nvPr/>
          </p:nvSpPr>
          <p:spPr>
            <a:xfrm>
              <a:off x="2819962" y="1816235"/>
              <a:ext cx="646626" cy="193170"/>
            </a:xfrm>
            <a:custGeom>
              <a:avLst/>
              <a:gdLst/>
              <a:ahLst/>
              <a:cxnLst/>
              <a:rect l="l" t="t" r="r" b="b"/>
              <a:pathLst>
                <a:path w="13819" h="4128" fill="none" extrusionOk="0">
                  <a:moveTo>
                    <a:pt x="13818" y="4128"/>
                  </a:moveTo>
                  <a:lnTo>
                    <a:pt x="4583" y="1306"/>
                  </a:lnTo>
                  <a:cubicBezTo>
                    <a:pt x="4583" y="1306"/>
                    <a:pt x="726" y="1"/>
                    <a:pt x="0" y="2378"/>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3" name="Google Shape;893;p44"/>
          <p:cNvGrpSpPr/>
          <p:nvPr/>
        </p:nvGrpSpPr>
        <p:grpSpPr>
          <a:xfrm>
            <a:off x="1177636" y="801192"/>
            <a:ext cx="1150913" cy="834615"/>
            <a:chOff x="2558750" y="535675"/>
            <a:chExt cx="683075" cy="495350"/>
          </a:xfrm>
        </p:grpSpPr>
        <p:sp>
          <p:nvSpPr>
            <p:cNvPr id="894" name="Google Shape;894;p44"/>
            <p:cNvSpPr/>
            <p:nvPr/>
          </p:nvSpPr>
          <p:spPr>
            <a:xfrm>
              <a:off x="2740275" y="876000"/>
              <a:ext cx="501550" cy="155025"/>
            </a:xfrm>
            <a:custGeom>
              <a:avLst/>
              <a:gdLst/>
              <a:ahLst/>
              <a:cxnLst/>
              <a:rect l="l" t="t" r="r" b="b"/>
              <a:pathLst>
                <a:path w="20062" h="6201" extrusionOk="0">
                  <a:moveTo>
                    <a:pt x="1457" y="0"/>
                  </a:moveTo>
                  <a:cubicBezTo>
                    <a:pt x="653" y="0"/>
                    <a:pt x="0" y="753"/>
                    <a:pt x="0" y="1684"/>
                  </a:cubicBezTo>
                  <a:lnTo>
                    <a:pt x="0" y="4516"/>
                  </a:lnTo>
                  <a:cubicBezTo>
                    <a:pt x="0" y="5445"/>
                    <a:pt x="653" y="6200"/>
                    <a:pt x="1457" y="6200"/>
                  </a:cubicBezTo>
                  <a:lnTo>
                    <a:pt x="19547" y="6200"/>
                  </a:lnTo>
                  <a:lnTo>
                    <a:pt x="19547" y="579"/>
                  </a:lnTo>
                  <a:lnTo>
                    <a:pt x="20062" y="579"/>
                  </a:lnTo>
                  <a:lnTo>
                    <a:pt x="20062" y="0"/>
                  </a:ln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4"/>
            <p:cNvSpPr/>
            <p:nvPr/>
          </p:nvSpPr>
          <p:spPr>
            <a:xfrm>
              <a:off x="2754125" y="890475"/>
              <a:ext cx="474775" cy="126050"/>
            </a:xfrm>
            <a:custGeom>
              <a:avLst/>
              <a:gdLst/>
              <a:ahLst/>
              <a:cxnLst/>
              <a:rect l="l" t="t" r="r" b="b"/>
              <a:pathLst>
                <a:path w="18991" h="5042" extrusionOk="0">
                  <a:moveTo>
                    <a:pt x="903" y="0"/>
                  </a:moveTo>
                  <a:cubicBezTo>
                    <a:pt x="404" y="0"/>
                    <a:pt x="1" y="404"/>
                    <a:pt x="1" y="903"/>
                  </a:cubicBezTo>
                  <a:lnTo>
                    <a:pt x="1" y="4140"/>
                  </a:lnTo>
                  <a:cubicBezTo>
                    <a:pt x="1" y="4636"/>
                    <a:pt x="404" y="5042"/>
                    <a:pt x="903" y="5042"/>
                  </a:cubicBezTo>
                  <a:lnTo>
                    <a:pt x="18991" y="5042"/>
                  </a:lnTo>
                  <a:lnTo>
                    <a:pt x="18991"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4"/>
            <p:cNvSpPr/>
            <p:nvPr/>
          </p:nvSpPr>
          <p:spPr>
            <a:xfrm>
              <a:off x="2785375" y="914250"/>
              <a:ext cx="323050" cy="25"/>
            </a:xfrm>
            <a:custGeom>
              <a:avLst/>
              <a:gdLst/>
              <a:ahLst/>
              <a:cxnLst/>
              <a:rect l="l" t="t" r="r" b="b"/>
              <a:pathLst>
                <a:path w="12922" h="1" fill="none" extrusionOk="0">
                  <a:moveTo>
                    <a:pt x="1" y="1"/>
                  </a:moveTo>
                  <a:lnTo>
                    <a:pt x="12922" y="1"/>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4"/>
            <p:cNvSpPr/>
            <p:nvPr/>
          </p:nvSpPr>
          <p:spPr>
            <a:xfrm>
              <a:off x="3228875" y="914250"/>
              <a:ext cx="25" cy="77325"/>
            </a:xfrm>
            <a:custGeom>
              <a:avLst/>
              <a:gdLst/>
              <a:ahLst/>
              <a:cxnLst/>
              <a:rect l="l" t="t" r="r" b="b"/>
              <a:pathLst>
                <a:path w="1" h="3093" fill="none" extrusionOk="0">
                  <a:moveTo>
                    <a:pt x="1" y="1"/>
                  </a:moveTo>
                  <a:lnTo>
                    <a:pt x="1" y="3093"/>
                  </a:lnTo>
                </a:path>
              </a:pathLst>
            </a:custGeom>
            <a:noFill/>
            <a:ln w="35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4"/>
            <p:cNvSpPr/>
            <p:nvPr/>
          </p:nvSpPr>
          <p:spPr>
            <a:xfrm>
              <a:off x="3006600" y="1031000"/>
              <a:ext cx="222300" cy="25"/>
            </a:xfrm>
            <a:custGeom>
              <a:avLst/>
              <a:gdLst/>
              <a:ahLst/>
              <a:cxnLst/>
              <a:rect l="l" t="t" r="r" b="b"/>
              <a:pathLst>
                <a:path w="8892" h="1" fill="none" extrusionOk="0">
                  <a:moveTo>
                    <a:pt x="8892" y="0"/>
                  </a:moveTo>
                  <a:lnTo>
                    <a:pt x="1" y="0"/>
                  </a:lnTo>
                </a:path>
              </a:pathLst>
            </a:custGeom>
            <a:noFill/>
            <a:ln w="35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4"/>
            <p:cNvSpPr/>
            <p:nvPr/>
          </p:nvSpPr>
          <p:spPr>
            <a:xfrm>
              <a:off x="2882000" y="968550"/>
              <a:ext cx="260975" cy="25"/>
            </a:xfrm>
            <a:custGeom>
              <a:avLst/>
              <a:gdLst/>
              <a:ahLst/>
              <a:cxnLst/>
              <a:rect l="l" t="t" r="r" b="b"/>
              <a:pathLst>
                <a:path w="10439" h="1" fill="none" extrusionOk="0">
                  <a:moveTo>
                    <a:pt x="1" y="1"/>
                  </a:moveTo>
                  <a:lnTo>
                    <a:pt x="10438" y="1"/>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4"/>
            <p:cNvSpPr/>
            <p:nvPr/>
          </p:nvSpPr>
          <p:spPr>
            <a:xfrm>
              <a:off x="2804425" y="914250"/>
              <a:ext cx="83625" cy="87050"/>
            </a:xfrm>
            <a:custGeom>
              <a:avLst/>
              <a:gdLst/>
              <a:ahLst/>
              <a:cxnLst/>
              <a:rect l="l" t="t" r="r" b="b"/>
              <a:pathLst>
                <a:path w="3345" h="3482" extrusionOk="0">
                  <a:moveTo>
                    <a:pt x="1" y="1"/>
                  </a:moveTo>
                  <a:lnTo>
                    <a:pt x="1" y="3204"/>
                  </a:lnTo>
                  <a:cubicBezTo>
                    <a:pt x="1" y="3370"/>
                    <a:pt x="118" y="3482"/>
                    <a:pt x="241" y="3482"/>
                  </a:cubicBezTo>
                  <a:cubicBezTo>
                    <a:pt x="294" y="3482"/>
                    <a:pt x="348" y="3461"/>
                    <a:pt x="395" y="3416"/>
                  </a:cubicBezTo>
                  <a:lnTo>
                    <a:pt x="1671" y="2170"/>
                  </a:lnTo>
                  <a:lnTo>
                    <a:pt x="2950" y="3416"/>
                  </a:lnTo>
                  <a:cubicBezTo>
                    <a:pt x="2997" y="3461"/>
                    <a:pt x="3051" y="3482"/>
                    <a:pt x="3104" y="3482"/>
                  </a:cubicBezTo>
                  <a:cubicBezTo>
                    <a:pt x="3228" y="3482"/>
                    <a:pt x="3345" y="3370"/>
                    <a:pt x="3345" y="3204"/>
                  </a:cubicBezTo>
                  <a:lnTo>
                    <a:pt x="3345" y="1"/>
                  </a:ln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44"/>
            <p:cNvSpPr/>
            <p:nvPr/>
          </p:nvSpPr>
          <p:spPr>
            <a:xfrm>
              <a:off x="3108400" y="890475"/>
              <a:ext cx="85150" cy="25"/>
            </a:xfrm>
            <a:custGeom>
              <a:avLst/>
              <a:gdLst/>
              <a:ahLst/>
              <a:cxnLst/>
              <a:rect l="l" t="t" r="r" b="b"/>
              <a:pathLst>
                <a:path w="3406" h="1" fill="none" extrusionOk="0">
                  <a:moveTo>
                    <a:pt x="1" y="0"/>
                  </a:moveTo>
                  <a:lnTo>
                    <a:pt x="3405" y="0"/>
                  </a:lnTo>
                </a:path>
              </a:pathLst>
            </a:custGeom>
            <a:noFill/>
            <a:ln w="35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4"/>
            <p:cNvSpPr/>
            <p:nvPr/>
          </p:nvSpPr>
          <p:spPr>
            <a:xfrm>
              <a:off x="2740275" y="931350"/>
              <a:ext cx="25" cy="48700"/>
            </a:xfrm>
            <a:custGeom>
              <a:avLst/>
              <a:gdLst/>
              <a:ahLst/>
              <a:cxnLst/>
              <a:rect l="l" t="t" r="r" b="b"/>
              <a:pathLst>
                <a:path w="1" h="1948" fill="none" extrusionOk="0">
                  <a:moveTo>
                    <a:pt x="0" y="1"/>
                  </a:moveTo>
                  <a:lnTo>
                    <a:pt x="0" y="1948"/>
                  </a:lnTo>
                </a:path>
              </a:pathLst>
            </a:custGeom>
            <a:noFill/>
            <a:ln w="35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4"/>
            <p:cNvSpPr/>
            <p:nvPr/>
          </p:nvSpPr>
          <p:spPr>
            <a:xfrm>
              <a:off x="2725450" y="762050"/>
              <a:ext cx="493875" cy="113975"/>
            </a:xfrm>
            <a:custGeom>
              <a:avLst/>
              <a:gdLst/>
              <a:ahLst/>
              <a:cxnLst/>
              <a:rect l="l" t="t" r="r" b="b"/>
              <a:pathLst>
                <a:path w="19755" h="4559" extrusionOk="0">
                  <a:moveTo>
                    <a:pt x="765" y="0"/>
                  </a:moveTo>
                  <a:cubicBezTo>
                    <a:pt x="341" y="0"/>
                    <a:pt x="1" y="401"/>
                    <a:pt x="1" y="896"/>
                  </a:cubicBezTo>
                  <a:lnTo>
                    <a:pt x="1" y="3660"/>
                  </a:lnTo>
                  <a:cubicBezTo>
                    <a:pt x="1" y="4157"/>
                    <a:pt x="344" y="4558"/>
                    <a:pt x="765" y="4558"/>
                  </a:cubicBezTo>
                  <a:lnTo>
                    <a:pt x="19755" y="4558"/>
                  </a:lnTo>
                  <a:lnTo>
                    <a:pt x="19755" y="4055"/>
                  </a:lnTo>
                  <a:lnTo>
                    <a:pt x="19267" y="4055"/>
                  </a:lnTo>
                  <a:lnTo>
                    <a:pt x="19267" y="501"/>
                  </a:lnTo>
                  <a:lnTo>
                    <a:pt x="19755" y="501"/>
                  </a:lnTo>
                  <a:lnTo>
                    <a:pt x="19755"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4"/>
            <p:cNvSpPr/>
            <p:nvPr/>
          </p:nvSpPr>
          <p:spPr>
            <a:xfrm>
              <a:off x="2739100" y="774575"/>
              <a:ext cx="469975" cy="88850"/>
            </a:xfrm>
            <a:custGeom>
              <a:avLst/>
              <a:gdLst/>
              <a:ahLst/>
              <a:cxnLst/>
              <a:rect l="l" t="t" r="r" b="b"/>
              <a:pathLst>
                <a:path w="18799" h="3554" extrusionOk="0">
                  <a:moveTo>
                    <a:pt x="798" y="0"/>
                  </a:moveTo>
                  <a:cubicBezTo>
                    <a:pt x="359" y="0"/>
                    <a:pt x="0" y="357"/>
                    <a:pt x="0" y="798"/>
                  </a:cubicBezTo>
                  <a:lnTo>
                    <a:pt x="0" y="2756"/>
                  </a:lnTo>
                  <a:cubicBezTo>
                    <a:pt x="0" y="3197"/>
                    <a:pt x="359" y="3554"/>
                    <a:pt x="798" y="3554"/>
                  </a:cubicBezTo>
                  <a:lnTo>
                    <a:pt x="18799" y="3554"/>
                  </a:lnTo>
                  <a:lnTo>
                    <a:pt x="18799"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4"/>
            <p:cNvSpPr/>
            <p:nvPr/>
          </p:nvSpPr>
          <p:spPr>
            <a:xfrm>
              <a:off x="2777750" y="842800"/>
              <a:ext cx="283225" cy="25"/>
            </a:xfrm>
            <a:custGeom>
              <a:avLst/>
              <a:gdLst/>
              <a:ahLst/>
              <a:cxnLst/>
              <a:rect l="l" t="t" r="r" b="b"/>
              <a:pathLst>
                <a:path w="11329" h="1" fill="none" extrusionOk="0">
                  <a:moveTo>
                    <a:pt x="1" y="0"/>
                  </a:moveTo>
                  <a:lnTo>
                    <a:pt x="11329" y="0"/>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4"/>
            <p:cNvSpPr/>
            <p:nvPr/>
          </p:nvSpPr>
          <p:spPr>
            <a:xfrm>
              <a:off x="2983600" y="805600"/>
              <a:ext cx="205250" cy="25"/>
            </a:xfrm>
            <a:custGeom>
              <a:avLst/>
              <a:gdLst/>
              <a:ahLst/>
              <a:cxnLst/>
              <a:rect l="l" t="t" r="r" b="b"/>
              <a:pathLst>
                <a:path w="8210" h="1" fill="none" extrusionOk="0">
                  <a:moveTo>
                    <a:pt x="0" y="0"/>
                  </a:moveTo>
                  <a:lnTo>
                    <a:pt x="8210" y="0"/>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4"/>
            <p:cNvSpPr/>
            <p:nvPr/>
          </p:nvSpPr>
          <p:spPr>
            <a:xfrm>
              <a:off x="2773625" y="794125"/>
              <a:ext cx="65425" cy="25"/>
            </a:xfrm>
            <a:custGeom>
              <a:avLst/>
              <a:gdLst/>
              <a:ahLst/>
              <a:cxnLst/>
              <a:rect l="l" t="t" r="r" b="b"/>
              <a:pathLst>
                <a:path w="2617" h="1" fill="none" extrusionOk="0">
                  <a:moveTo>
                    <a:pt x="1" y="0"/>
                  </a:moveTo>
                  <a:lnTo>
                    <a:pt x="2616" y="0"/>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4"/>
            <p:cNvSpPr/>
            <p:nvPr/>
          </p:nvSpPr>
          <p:spPr>
            <a:xfrm>
              <a:off x="2875000" y="774575"/>
              <a:ext cx="88025" cy="25"/>
            </a:xfrm>
            <a:custGeom>
              <a:avLst/>
              <a:gdLst/>
              <a:ahLst/>
              <a:cxnLst/>
              <a:rect l="l" t="t" r="r" b="b"/>
              <a:pathLst>
                <a:path w="3521" h="1" fill="none" extrusionOk="0">
                  <a:moveTo>
                    <a:pt x="0" y="0"/>
                  </a:moveTo>
                  <a:lnTo>
                    <a:pt x="3520" y="0"/>
                  </a:lnTo>
                </a:path>
              </a:pathLst>
            </a:custGeom>
            <a:noFill/>
            <a:ln w="35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4"/>
            <p:cNvSpPr/>
            <p:nvPr/>
          </p:nvSpPr>
          <p:spPr>
            <a:xfrm>
              <a:off x="3209050" y="774575"/>
              <a:ext cx="25" cy="58500"/>
            </a:xfrm>
            <a:custGeom>
              <a:avLst/>
              <a:gdLst/>
              <a:ahLst/>
              <a:cxnLst/>
              <a:rect l="l" t="t" r="r" b="b"/>
              <a:pathLst>
                <a:path w="1" h="2340" fill="none" extrusionOk="0">
                  <a:moveTo>
                    <a:pt x="1" y="0"/>
                  </a:moveTo>
                  <a:lnTo>
                    <a:pt x="1" y="2339"/>
                  </a:lnTo>
                </a:path>
              </a:pathLst>
            </a:custGeom>
            <a:noFill/>
            <a:ln w="35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4"/>
            <p:cNvSpPr/>
            <p:nvPr/>
          </p:nvSpPr>
          <p:spPr>
            <a:xfrm>
              <a:off x="2795525" y="556075"/>
              <a:ext cx="391050" cy="90250"/>
            </a:xfrm>
            <a:custGeom>
              <a:avLst/>
              <a:gdLst/>
              <a:ahLst/>
              <a:cxnLst/>
              <a:rect l="l" t="t" r="r" b="b"/>
              <a:pathLst>
                <a:path w="15642" h="3610" extrusionOk="0">
                  <a:moveTo>
                    <a:pt x="0" y="1"/>
                  </a:moveTo>
                  <a:lnTo>
                    <a:pt x="0" y="399"/>
                  </a:lnTo>
                  <a:lnTo>
                    <a:pt x="388" y="399"/>
                  </a:lnTo>
                  <a:lnTo>
                    <a:pt x="388" y="3213"/>
                  </a:lnTo>
                  <a:lnTo>
                    <a:pt x="0" y="3213"/>
                  </a:lnTo>
                  <a:lnTo>
                    <a:pt x="0" y="3610"/>
                  </a:lnTo>
                  <a:lnTo>
                    <a:pt x="15038" y="3610"/>
                  </a:lnTo>
                  <a:cubicBezTo>
                    <a:pt x="15372" y="3610"/>
                    <a:pt x="15642" y="3293"/>
                    <a:pt x="15642" y="2901"/>
                  </a:cubicBezTo>
                  <a:lnTo>
                    <a:pt x="15642" y="711"/>
                  </a:lnTo>
                  <a:cubicBezTo>
                    <a:pt x="15642" y="319"/>
                    <a:pt x="15372" y="1"/>
                    <a:pt x="15038" y="1"/>
                  </a:cubicBezTo>
                  <a:close/>
                </a:path>
              </a:pathLst>
            </a:cu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4"/>
            <p:cNvSpPr/>
            <p:nvPr/>
          </p:nvSpPr>
          <p:spPr>
            <a:xfrm>
              <a:off x="2803650" y="566050"/>
              <a:ext cx="372125" cy="70375"/>
            </a:xfrm>
            <a:custGeom>
              <a:avLst/>
              <a:gdLst/>
              <a:ahLst/>
              <a:cxnLst/>
              <a:rect l="l" t="t" r="r" b="b"/>
              <a:pathLst>
                <a:path w="14885" h="2815" extrusionOk="0">
                  <a:moveTo>
                    <a:pt x="0" y="0"/>
                  </a:moveTo>
                  <a:lnTo>
                    <a:pt x="0" y="2814"/>
                  </a:lnTo>
                  <a:lnTo>
                    <a:pt x="14087" y="2814"/>
                  </a:lnTo>
                  <a:cubicBezTo>
                    <a:pt x="14526" y="2814"/>
                    <a:pt x="14884" y="2458"/>
                    <a:pt x="14884" y="2017"/>
                  </a:cubicBezTo>
                  <a:lnTo>
                    <a:pt x="14884" y="798"/>
                  </a:lnTo>
                  <a:cubicBezTo>
                    <a:pt x="14884" y="357"/>
                    <a:pt x="14526" y="0"/>
                    <a:pt x="14087"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4"/>
            <p:cNvSpPr/>
            <p:nvPr/>
          </p:nvSpPr>
          <p:spPr>
            <a:xfrm>
              <a:off x="2920875" y="620075"/>
              <a:ext cx="224325" cy="25"/>
            </a:xfrm>
            <a:custGeom>
              <a:avLst/>
              <a:gdLst/>
              <a:ahLst/>
              <a:cxnLst/>
              <a:rect l="l" t="t" r="r" b="b"/>
              <a:pathLst>
                <a:path w="8973" h="1" fill="none" extrusionOk="0">
                  <a:moveTo>
                    <a:pt x="8972" y="0"/>
                  </a:moveTo>
                  <a:lnTo>
                    <a:pt x="1" y="0"/>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4"/>
            <p:cNvSpPr/>
            <p:nvPr/>
          </p:nvSpPr>
          <p:spPr>
            <a:xfrm>
              <a:off x="2819700" y="590600"/>
              <a:ext cx="162525" cy="25"/>
            </a:xfrm>
            <a:custGeom>
              <a:avLst/>
              <a:gdLst/>
              <a:ahLst/>
              <a:cxnLst/>
              <a:rect l="l" t="t" r="r" b="b"/>
              <a:pathLst>
                <a:path w="6501" h="1" fill="none" extrusionOk="0">
                  <a:moveTo>
                    <a:pt x="6501" y="1"/>
                  </a:moveTo>
                  <a:lnTo>
                    <a:pt x="0" y="1"/>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44"/>
            <p:cNvSpPr/>
            <p:nvPr/>
          </p:nvSpPr>
          <p:spPr>
            <a:xfrm>
              <a:off x="3096650" y="581525"/>
              <a:ext cx="51775" cy="25"/>
            </a:xfrm>
            <a:custGeom>
              <a:avLst/>
              <a:gdLst/>
              <a:ahLst/>
              <a:cxnLst/>
              <a:rect l="l" t="t" r="r" b="b"/>
              <a:pathLst>
                <a:path w="2071" h="1" fill="none" extrusionOk="0">
                  <a:moveTo>
                    <a:pt x="2071" y="1"/>
                  </a:moveTo>
                  <a:lnTo>
                    <a:pt x="1" y="1"/>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4"/>
            <p:cNvSpPr/>
            <p:nvPr/>
          </p:nvSpPr>
          <p:spPr>
            <a:xfrm>
              <a:off x="2998475" y="566050"/>
              <a:ext cx="69750" cy="25"/>
            </a:xfrm>
            <a:custGeom>
              <a:avLst/>
              <a:gdLst/>
              <a:ahLst/>
              <a:cxnLst/>
              <a:rect l="l" t="t" r="r" b="b"/>
              <a:pathLst>
                <a:path w="2790" h="1" fill="none" extrusionOk="0">
                  <a:moveTo>
                    <a:pt x="2790" y="0"/>
                  </a:moveTo>
                  <a:lnTo>
                    <a:pt x="0" y="0"/>
                  </a:lnTo>
                </a:path>
              </a:pathLst>
            </a:custGeom>
            <a:noFill/>
            <a:ln w="35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4"/>
            <p:cNvSpPr/>
            <p:nvPr/>
          </p:nvSpPr>
          <p:spPr>
            <a:xfrm>
              <a:off x="2803650" y="566050"/>
              <a:ext cx="25" cy="46350"/>
            </a:xfrm>
            <a:custGeom>
              <a:avLst/>
              <a:gdLst/>
              <a:ahLst/>
              <a:cxnLst/>
              <a:rect l="l" t="t" r="r" b="b"/>
              <a:pathLst>
                <a:path w="1" h="1854" fill="none" extrusionOk="0">
                  <a:moveTo>
                    <a:pt x="0" y="0"/>
                  </a:moveTo>
                  <a:lnTo>
                    <a:pt x="0" y="1854"/>
                  </a:lnTo>
                </a:path>
              </a:pathLst>
            </a:custGeom>
            <a:noFill/>
            <a:ln w="35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4"/>
            <p:cNvSpPr/>
            <p:nvPr/>
          </p:nvSpPr>
          <p:spPr>
            <a:xfrm>
              <a:off x="2759250" y="646300"/>
              <a:ext cx="449875" cy="115700"/>
            </a:xfrm>
            <a:custGeom>
              <a:avLst/>
              <a:gdLst/>
              <a:ahLst/>
              <a:cxnLst/>
              <a:rect l="l" t="t" r="r" b="b"/>
              <a:pathLst>
                <a:path w="17995" h="4628" extrusionOk="0">
                  <a:moveTo>
                    <a:pt x="1217" y="1"/>
                  </a:moveTo>
                  <a:cubicBezTo>
                    <a:pt x="547" y="1"/>
                    <a:pt x="1" y="631"/>
                    <a:pt x="1" y="1409"/>
                  </a:cubicBezTo>
                  <a:lnTo>
                    <a:pt x="1" y="3222"/>
                  </a:lnTo>
                  <a:cubicBezTo>
                    <a:pt x="1" y="4000"/>
                    <a:pt x="547" y="4628"/>
                    <a:pt x="1217" y="4628"/>
                  </a:cubicBezTo>
                  <a:lnTo>
                    <a:pt x="17995" y="4628"/>
                  </a:lnTo>
                  <a:lnTo>
                    <a:pt x="17995" y="4122"/>
                  </a:lnTo>
                  <a:lnTo>
                    <a:pt x="17371" y="4122"/>
                  </a:lnTo>
                  <a:lnTo>
                    <a:pt x="17371" y="509"/>
                  </a:lnTo>
                  <a:lnTo>
                    <a:pt x="17995" y="509"/>
                  </a:lnTo>
                  <a:lnTo>
                    <a:pt x="17995" y="1"/>
                  </a:lnTo>
                  <a:close/>
                </a:path>
              </a:pathLst>
            </a:cu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4"/>
            <p:cNvSpPr/>
            <p:nvPr/>
          </p:nvSpPr>
          <p:spPr>
            <a:xfrm>
              <a:off x="2773675" y="659000"/>
              <a:ext cx="419875" cy="90375"/>
            </a:xfrm>
            <a:custGeom>
              <a:avLst/>
              <a:gdLst/>
              <a:ahLst/>
              <a:cxnLst/>
              <a:rect l="l" t="t" r="r" b="b"/>
              <a:pathLst>
                <a:path w="16795" h="3615" extrusionOk="0">
                  <a:moveTo>
                    <a:pt x="718" y="1"/>
                  </a:moveTo>
                  <a:cubicBezTo>
                    <a:pt x="322" y="1"/>
                    <a:pt x="1" y="321"/>
                    <a:pt x="1" y="718"/>
                  </a:cubicBezTo>
                  <a:lnTo>
                    <a:pt x="1" y="2897"/>
                  </a:lnTo>
                  <a:cubicBezTo>
                    <a:pt x="1" y="3293"/>
                    <a:pt x="322" y="3614"/>
                    <a:pt x="718" y="3614"/>
                  </a:cubicBezTo>
                  <a:lnTo>
                    <a:pt x="16794" y="3614"/>
                  </a:lnTo>
                  <a:lnTo>
                    <a:pt x="16794"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4"/>
            <p:cNvSpPr/>
            <p:nvPr/>
          </p:nvSpPr>
          <p:spPr>
            <a:xfrm>
              <a:off x="2886400" y="717375"/>
              <a:ext cx="269150" cy="25"/>
            </a:xfrm>
            <a:custGeom>
              <a:avLst/>
              <a:gdLst/>
              <a:ahLst/>
              <a:cxnLst/>
              <a:rect l="l" t="t" r="r" b="b"/>
              <a:pathLst>
                <a:path w="10766" h="1" fill="none" extrusionOk="0">
                  <a:moveTo>
                    <a:pt x="1" y="0"/>
                  </a:moveTo>
                  <a:lnTo>
                    <a:pt x="10766" y="0"/>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44"/>
            <p:cNvSpPr/>
            <p:nvPr/>
          </p:nvSpPr>
          <p:spPr>
            <a:xfrm>
              <a:off x="2810550" y="749350"/>
              <a:ext cx="216750" cy="25"/>
            </a:xfrm>
            <a:custGeom>
              <a:avLst/>
              <a:gdLst/>
              <a:ahLst/>
              <a:cxnLst/>
              <a:rect l="l" t="t" r="r" b="b"/>
              <a:pathLst>
                <a:path w="8670" h="1" fill="none" extrusionOk="0">
                  <a:moveTo>
                    <a:pt x="1" y="0"/>
                  </a:moveTo>
                  <a:lnTo>
                    <a:pt x="8669" y="0"/>
                  </a:lnTo>
                </a:path>
              </a:pathLst>
            </a:custGeom>
            <a:noFill/>
            <a:ln w="35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4"/>
            <p:cNvSpPr/>
            <p:nvPr/>
          </p:nvSpPr>
          <p:spPr>
            <a:xfrm>
              <a:off x="2861900" y="646300"/>
              <a:ext cx="150625" cy="25"/>
            </a:xfrm>
            <a:custGeom>
              <a:avLst/>
              <a:gdLst/>
              <a:ahLst/>
              <a:cxnLst/>
              <a:rect l="l" t="t" r="r" b="b"/>
              <a:pathLst>
                <a:path w="6025" h="1" fill="none" extrusionOk="0">
                  <a:moveTo>
                    <a:pt x="1" y="1"/>
                  </a:moveTo>
                  <a:lnTo>
                    <a:pt x="6025" y="1"/>
                  </a:lnTo>
                </a:path>
              </a:pathLst>
            </a:custGeom>
            <a:noFill/>
            <a:ln w="35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4"/>
            <p:cNvSpPr/>
            <p:nvPr/>
          </p:nvSpPr>
          <p:spPr>
            <a:xfrm>
              <a:off x="3024875" y="683775"/>
              <a:ext cx="44850" cy="46725"/>
            </a:xfrm>
            <a:custGeom>
              <a:avLst/>
              <a:gdLst/>
              <a:ahLst/>
              <a:cxnLst/>
              <a:rect l="l" t="t" r="r" b="b"/>
              <a:pathLst>
                <a:path w="1794" h="1869" extrusionOk="0">
                  <a:moveTo>
                    <a:pt x="0" y="1"/>
                  </a:moveTo>
                  <a:lnTo>
                    <a:pt x="0" y="1719"/>
                  </a:lnTo>
                  <a:cubicBezTo>
                    <a:pt x="0" y="1807"/>
                    <a:pt x="64" y="1868"/>
                    <a:pt x="130" y="1868"/>
                  </a:cubicBezTo>
                  <a:cubicBezTo>
                    <a:pt x="158" y="1868"/>
                    <a:pt x="187" y="1857"/>
                    <a:pt x="212" y="1832"/>
                  </a:cubicBezTo>
                  <a:lnTo>
                    <a:pt x="898" y="1164"/>
                  </a:lnTo>
                  <a:lnTo>
                    <a:pt x="1582" y="1832"/>
                  </a:lnTo>
                  <a:cubicBezTo>
                    <a:pt x="1607" y="1857"/>
                    <a:pt x="1637" y="1868"/>
                    <a:pt x="1665" y="1868"/>
                  </a:cubicBezTo>
                  <a:cubicBezTo>
                    <a:pt x="1731" y="1868"/>
                    <a:pt x="1794" y="1807"/>
                    <a:pt x="1794" y="1719"/>
                  </a:cubicBezTo>
                  <a:lnTo>
                    <a:pt x="1794"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44"/>
            <p:cNvSpPr/>
            <p:nvPr/>
          </p:nvSpPr>
          <p:spPr>
            <a:xfrm>
              <a:off x="2846250" y="683775"/>
              <a:ext cx="255450" cy="25"/>
            </a:xfrm>
            <a:custGeom>
              <a:avLst/>
              <a:gdLst/>
              <a:ahLst/>
              <a:cxnLst/>
              <a:rect l="l" t="t" r="r" b="b"/>
              <a:pathLst>
                <a:path w="10218" h="1" fill="none" extrusionOk="0">
                  <a:moveTo>
                    <a:pt x="1" y="1"/>
                  </a:moveTo>
                  <a:lnTo>
                    <a:pt x="10217" y="1"/>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4"/>
            <p:cNvSpPr/>
            <p:nvPr/>
          </p:nvSpPr>
          <p:spPr>
            <a:xfrm>
              <a:off x="2558750" y="535675"/>
              <a:ext cx="209000" cy="495075"/>
            </a:xfrm>
            <a:custGeom>
              <a:avLst/>
              <a:gdLst/>
              <a:ahLst/>
              <a:cxnLst/>
              <a:rect l="l" t="t" r="r" b="b"/>
              <a:pathLst>
                <a:path w="8360" h="19803" extrusionOk="0">
                  <a:moveTo>
                    <a:pt x="4029" y="1"/>
                  </a:moveTo>
                  <a:cubicBezTo>
                    <a:pt x="3790" y="1"/>
                    <a:pt x="3577" y="170"/>
                    <a:pt x="3530" y="413"/>
                  </a:cubicBezTo>
                  <a:lnTo>
                    <a:pt x="54" y="18470"/>
                  </a:lnTo>
                  <a:cubicBezTo>
                    <a:pt x="1" y="18746"/>
                    <a:pt x="181" y="19013"/>
                    <a:pt x="458" y="19067"/>
                  </a:cubicBezTo>
                  <a:lnTo>
                    <a:pt x="4236" y="19793"/>
                  </a:lnTo>
                  <a:cubicBezTo>
                    <a:pt x="4269" y="19799"/>
                    <a:pt x="4301" y="19802"/>
                    <a:pt x="4333" y="19802"/>
                  </a:cubicBezTo>
                  <a:cubicBezTo>
                    <a:pt x="4572" y="19802"/>
                    <a:pt x="4784" y="19633"/>
                    <a:pt x="4831" y="19390"/>
                  </a:cubicBezTo>
                  <a:lnTo>
                    <a:pt x="8306" y="1333"/>
                  </a:lnTo>
                  <a:cubicBezTo>
                    <a:pt x="8360" y="1057"/>
                    <a:pt x="8179" y="790"/>
                    <a:pt x="7903" y="736"/>
                  </a:cubicBezTo>
                  <a:lnTo>
                    <a:pt x="4127" y="10"/>
                  </a:lnTo>
                  <a:cubicBezTo>
                    <a:pt x="4094" y="4"/>
                    <a:pt x="4061" y="1"/>
                    <a:pt x="4029"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4"/>
            <p:cNvSpPr/>
            <p:nvPr/>
          </p:nvSpPr>
          <p:spPr>
            <a:xfrm>
              <a:off x="2639900" y="566925"/>
              <a:ext cx="103450" cy="137375"/>
            </a:xfrm>
            <a:custGeom>
              <a:avLst/>
              <a:gdLst/>
              <a:ahLst/>
              <a:cxnLst/>
              <a:rect l="l" t="t" r="r" b="b"/>
              <a:pathLst>
                <a:path w="4138" h="5495" fill="none" extrusionOk="0">
                  <a:moveTo>
                    <a:pt x="941" y="1"/>
                  </a:moveTo>
                  <a:lnTo>
                    <a:pt x="4138" y="616"/>
                  </a:lnTo>
                  <a:lnTo>
                    <a:pt x="3200" y="5495"/>
                  </a:lnTo>
                  <a:lnTo>
                    <a:pt x="1" y="4880"/>
                  </a:ln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44"/>
            <p:cNvSpPr/>
            <p:nvPr/>
          </p:nvSpPr>
          <p:spPr>
            <a:xfrm>
              <a:off x="2584875" y="852875"/>
              <a:ext cx="103450" cy="137375"/>
            </a:xfrm>
            <a:custGeom>
              <a:avLst/>
              <a:gdLst/>
              <a:ahLst/>
              <a:cxnLst/>
              <a:rect l="l" t="t" r="r" b="b"/>
              <a:pathLst>
                <a:path w="4138" h="5495" fill="none" extrusionOk="0">
                  <a:moveTo>
                    <a:pt x="939" y="1"/>
                  </a:moveTo>
                  <a:lnTo>
                    <a:pt x="4138" y="615"/>
                  </a:lnTo>
                  <a:lnTo>
                    <a:pt x="3198" y="5494"/>
                  </a:lnTo>
                  <a:lnTo>
                    <a:pt x="1" y="4879"/>
                  </a:ln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4"/>
            <p:cNvSpPr/>
            <p:nvPr/>
          </p:nvSpPr>
          <p:spPr>
            <a:xfrm>
              <a:off x="2613275" y="780525"/>
              <a:ext cx="88975" cy="62125"/>
            </a:xfrm>
            <a:custGeom>
              <a:avLst/>
              <a:gdLst/>
              <a:ahLst/>
              <a:cxnLst/>
              <a:rect l="l" t="t" r="r" b="b"/>
              <a:pathLst>
                <a:path w="3559" h="2485" fill="none" extrusionOk="0">
                  <a:moveTo>
                    <a:pt x="359" y="1"/>
                  </a:moveTo>
                  <a:lnTo>
                    <a:pt x="3559" y="618"/>
                  </a:lnTo>
                  <a:lnTo>
                    <a:pt x="3200" y="2485"/>
                  </a:lnTo>
                  <a:lnTo>
                    <a:pt x="1" y="1868"/>
                  </a:ln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4"/>
            <p:cNvSpPr/>
            <p:nvPr/>
          </p:nvSpPr>
          <p:spPr>
            <a:xfrm>
              <a:off x="2626425" y="712350"/>
              <a:ext cx="88975" cy="62075"/>
            </a:xfrm>
            <a:custGeom>
              <a:avLst/>
              <a:gdLst/>
              <a:ahLst/>
              <a:cxnLst/>
              <a:rect l="l" t="t" r="r" b="b"/>
              <a:pathLst>
                <a:path w="3559" h="2483" fill="none" extrusionOk="0">
                  <a:moveTo>
                    <a:pt x="359" y="1"/>
                  </a:moveTo>
                  <a:lnTo>
                    <a:pt x="3558" y="616"/>
                  </a:lnTo>
                  <a:lnTo>
                    <a:pt x="3197" y="2483"/>
                  </a:lnTo>
                  <a:lnTo>
                    <a:pt x="1" y="1865"/>
                  </a:ln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4"/>
          <p:cNvGrpSpPr/>
          <p:nvPr/>
        </p:nvGrpSpPr>
        <p:grpSpPr>
          <a:xfrm>
            <a:off x="1253039" y="1748796"/>
            <a:ext cx="2015677" cy="1645907"/>
            <a:chOff x="3216175" y="1474050"/>
            <a:chExt cx="590225" cy="481950"/>
          </a:xfrm>
        </p:grpSpPr>
        <p:sp>
          <p:nvSpPr>
            <p:cNvPr id="930" name="Google Shape;930;p44"/>
            <p:cNvSpPr/>
            <p:nvPr/>
          </p:nvSpPr>
          <p:spPr>
            <a:xfrm>
              <a:off x="3217975" y="1528675"/>
              <a:ext cx="583975" cy="427325"/>
            </a:xfrm>
            <a:custGeom>
              <a:avLst/>
              <a:gdLst/>
              <a:ahLst/>
              <a:cxnLst/>
              <a:rect l="l" t="t" r="r" b="b"/>
              <a:pathLst>
                <a:path w="23359" h="17093" extrusionOk="0">
                  <a:moveTo>
                    <a:pt x="14860" y="1"/>
                  </a:moveTo>
                  <a:lnTo>
                    <a:pt x="8167" y="1507"/>
                  </a:lnTo>
                  <a:lnTo>
                    <a:pt x="1167" y="6459"/>
                  </a:lnTo>
                  <a:lnTo>
                    <a:pt x="0" y="7375"/>
                  </a:lnTo>
                  <a:lnTo>
                    <a:pt x="9261" y="17093"/>
                  </a:lnTo>
                  <a:lnTo>
                    <a:pt x="16223" y="11020"/>
                  </a:lnTo>
                  <a:lnTo>
                    <a:pt x="23359" y="8863"/>
                  </a:lnTo>
                  <a:lnTo>
                    <a:pt x="14860" y="1"/>
                  </a:ln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4"/>
            <p:cNvSpPr/>
            <p:nvPr/>
          </p:nvSpPr>
          <p:spPr>
            <a:xfrm>
              <a:off x="3216175" y="1474050"/>
              <a:ext cx="590225" cy="435275"/>
            </a:xfrm>
            <a:custGeom>
              <a:avLst/>
              <a:gdLst/>
              <a:ahLst/>
              <a:cxnLst/>
              <a:rect l="l" t="t" r="r" b="b"/>
              <a:pathLst>
                <a:path w="23609" h="17411" extrusionOk="0">
                  <a:moveTo>
                    <a:pt x="15139" y="0"/>
                  </a:moveTo>
                  <a:cubicBezTo>
                    <a:pt x="9320" y="715"/>
                    <a:pt x="8589" y="2986"/>
                    <a:pt x="8589" y="2986"/>
                  </a:cubicBezTo>
                  <a:cubicBezTo>
                    <a:pt x="8056" y="2891"/>
                    <a:pt x="7550" y="2848"/>
                    <a:pt x="7070" y="2848"/>
                  </a:cubicBezTo>
                  <a:cubicBezTo>
                    <a:pt x="2176" y="2848"/>
                    <a:pt x="1" y="7314"/>
                    <a:pt x="1" y="7314"/>
                  </a:cubicBezTo>
                  <a:lnTo>
                    <a:pt x="9389" y="17411"/>
                  </a:lnTo>
                  <a:lnTo>
                    <a:pt x="9389" y="17408"/>
                  </a:lnTo>
                  <a:cubicBezTo>
                    <a:pt x="13051" y="12895"/>
                    <a:pt x="16077" y="12643"/>
                    <a:pt x="16077" y="12643"/>
                  </a:cubicBezTo>
                  <a:cubicBezTo>
                    <a:pt x="19049" y="10088"/>
                    <a:pt x="23609" y="9555"/>
                    <a:pt x="23609" y="9555"/>
                  </a:cubicBezTo>
                  <a:lnTo>
                    <a:pt x="15139"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4"/>
            <p:cNvSpPr/>
            <p:nvPr/>
          </p:nvSpPr>
          <p:spPr>
            <a:xfrm>
              <a:off x="3430875" y="1548675"/>
              <a:ext cx="187175" cy="241475"/>
            </a:xfrm>
            <a:custGeom>
              <a:avLst/>
              <a:gdLst/>
              <a:ahLst/>
              <a:cxnLst/>
              <a:rect l="l" t="t" r="r" b="b"/>
              <a:pathLst>
                <a:path w="7487" h="9659" fill="none" extrusionOk="0">
                  <a:moveTo>
                    <a:pt x="7486" y="9658"/>
                  </a:moveTo>
                  <a:lnTo>
                    <a:pt x="1" y="1"/>
                  </a:ln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4"/>
            <p:cNvSpPr/>
            <p:nvPr/>
          </p:nvSpPr>
          <p:spPr>
            <a:xfrm>
              <a:off x="3684750" y="1575750"/>
              <a:ext cx="121650" cy="137200"/>
            </a:xfrm>
            <a:custGeom>
              <a:avLst/>
              <a:gdLst/>
              <a:ahLst/>
              <a:cxnLst/>
              <a:rect l="l" t="t" r="r" b="b"/>
              <a:pathLst>
                <a:path w="4866" h="5488" fill="none" extrusionOk="0">
                  <a:moveTo>
                    <a:pt x="4866" y="5487"/>
                  </a:moveTo>
                  <a:lnTo>
                    <a:pt x="0" y="0"/>
                  </a:lnTo>
                </a:path>
              </a:pathLst>
            </a:custGeom>
            <a:noFill/>
            <a:ln w="35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4"/>
            <p:cNvSpPr/>
            <p:nvPr/>
          </p:nvSpPr>
          <p:spPr>
            <a:xfrm>
              <a:off x="3644150" y="1725675"/>
              <a:ext cx="97925" cy="44975"/>
            </a:xfrm>
            <a:custGeom>
              <a:avLst/>
              <a:gdLst/>
              <a:ahLst/>
              <a:cxnLst/>
              <a:rect l="l" t="t" r="r" b="b"/>
              <a:pathLst>
                <a:path w="3917" h="1799" fill="none" extrusionOk="0">
                  <a:moveTo>
                    <a:pt x="3917" y="1"/>
                  </a:moveTo>
                  <a:cubicBezTo>
                    <a:pt x="3917" y="1"/>
                    <a:pt x="1043" y="1019"/>
                    <a:pt x="0" y="1798"/>
                  </a:cubicBezTo>
                </a:path>
              </a:pathLst>
            </a:custGeom>
            <a:noFill/>
            <a:ln w="35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4"/>
            <p:cNvSpPr/>
            <p:nvPr/>
          </p:nvSpPr>
          <p:spPr>
            <a:xfrm>
              <a:off x="3275100" y="1574850"/>
              <a:ext cx="142900" cy="86525"/>
            </a:xfrm>
            <a:custGeom>
              <a:avLst/>
              <a:gdLst/>
              <a:ahLst/>
              <a:cxnLst/>
              <a:rect l="l" t="t" r="r" b="b"/>
              <a:pathLst>
                <a:path w="5716" h="3461" fill="none" extrusionOk="0">
                  <a:moveTo>
                    <a:pt x="5715" y="375"/>
                  </a:moveTo>
                  <a:cubicBezTo>
                    <a:pt x="5715" y="375"/>
                    <a:pt x="1819" y="1"/>
                    <a:pt x="1" y="3460"/>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4"/>
            <p:cNvSpPr/>
            <p:nvPr/>
          </p:nvSpPr>
          <p:spPr>
            <a:xfrm>
              <a:off x="3314650" y="1621525"/>
              <a:ext cx="131850" cy="89475"/>
            </a:xfrm>
            <a:custGeom>
              <a:avLst/>
              <a:gdLst/>
              <a:ahLst/>
              <a:cxnLst/>
              <a:rect l="l" t="t" r="r" b="b"/>
              <a:pathLst>
                <a:path w="5274" h="3579" fill="none" extrusionOk="0">
                  <a:moveTo>
                    <a:pt x="5274" y="234"/>
                  </a:moveTo>
                  <a:cubicBezTo>
                    <a:pt x="5274" y="234"/>
                    <a:pt x="1159" y="1"/>
                    <a:pt x="1" y="3578"/>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4"/>
            <p:cNvSpPr/>
            <p:nvPr/>
          </p:nvSpPr>
          <p:spPr>
            <a:xfrm>
              <a:off x="3354300" y="1667475"/>
              <a:ext cx="144400" cy="93875"/>
            </a:xfrm>
            <a:custGeom>
              <a:avLst/>
              <a:gdLst/>
              <a:ahLst/>
              <a:cxnLst/>
              <a:rect l="l" t="t" r="r" b="b"/>
              <a:pathLst>
                <a:path w="5776" h="3755" fill="none" extrusionOk="0">
                  <a:moveTo>
                    <a:pt x="5775" y="281"/>
                  </a:moveTo>
                  <a:cubicBezTo>
                    <a:pt x="5775" y="281"/>
                    <a:pt x="1594" y="1"/>
                    <a:pt x="1" y="3754"/>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4"/>
            <p:cNvSpPr/>
            <p:nvPr/>
          </p:nvSpPr>
          <p:spPr>
            <a:xfrm>
              <a:off x="3400750" y="1716475"/>
              <a:ext cx="134025" cy="102400"/>
            </a:xfrm>
            <a:custGeom>
              <a:avLst/>
              <a:gdLst/>
              <a:ahLst/>
              <a:cxnLst/>
              <a:rect l="l" t="t" r="r" b="b"/>
              <a:pathLst>
                <a:path w="5361" h="4096" fill="none" extrusionOk="0">
                  <a:moveTo>
                    <a:pt x="5361" y="195"/>
                  </a:moveTo>
                  <a:cubicBezTo>
                    <a:pt x="5361" y="195"/>
                    <a:pt x="1355" y="1"/>
                    <a:pt x="1" y="4096"/>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4"/>
            <p:cNvSpPr/>
            <p:nvPr/>
          </p:nvSpPr>
          <p:spPr>
            <a:xfrm>
              <a:off x="3440625" y="1761100"/>
              <a:ext cx="122725" cy="96650"/>
            </a:xfrm>
            <a:custGeom>
              <a:avLst/>
              <a:gdLst/>
              <a:ahLst/>
              <a:cxnLst/>
              <a:rect l="l" t="t" r="r" b="b"/>
              <a:pathLst>
                <a:path w="4909" h="3866" fill="none" extrusionOk="0">
                  <a:moveTo>
                    <a:pt x="4909" y="0"/>
                  </a:moveTo>
                  <a:cubicBezTo>
                    <a:pt x="4909" y="0"/>
                    <a:pt x="1295" y="1105"/>
                    <a:pt x="1" y="3866"/>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4"/>
            <p:cNvSpPr/>
            <p:nvPr/>
          </p:nvSpPr>
          <p:spPr>
            <a:xfrm>
              <a:off x="3471050" y="1510350"/>
              <a:ext cx="121550" cy="58175"/>
            </a:xfrm>
            <a:custGeom>
              <a:avLst/>
              <a:gdLst/>
              <a:ahLst/>
              <a:cxnLst/>
              <a:rect l="l" t="t" r="r" b="b"/>
              <a:pathLst>
                <a:path w="4862" h="2327" fill="none" extrusionOk="0">
                  <a:moveTo>
                    <a:pt x="4861" y="1"/>
                  </a:moveTo>
                  <a:cubicBezTo>
                    <a:pt x="4861" y="1"/>
                    <a:pt x="994" y="691"/>
                    <a:pt x="0" y="2327"/>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4"/>
            <p:cNvSpPr/>
            <p:nvPr/>
          </p:nvSpPr>
          <p:spPr>
            <a:xfrm>
              <a:off x="3507075" y="1556525"/>
              <a:ext cx="125075" cy="54450"/>
            </a:xfrm>
            <a:custGeom>
              <a:avLst/>
              <a:gdLst/>
              <a:ahLst/>
              <a:cxnLst/>
              <a:rect l="l" t="t" r="r" b="b"/>
              <a:pathLst>
                <a:path w="5003" h="2178" fill="none" extrusionOk="0">
                  <a:moveTo>
                    <a:pt x="5002" y="5"/>
                  </a:moveTo>
                  <a:cubicBezTo>
                    <a:pt x="5002" y="5"/>
                    <a:pt x="1520" y="1"/>
                    <a:pt x="1" y="2177"/>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4"/>
            <p:cNvSpPr/>
            <p:nvPr/>
          </p:nvSpPr>
          <p:spPr>
            <a:xfrm>
              <a:off x="3548450" y="1608225"/>
              <a:ext cx="130025" cy="56425"/>
            </a:xfrm>
            <a:custGeom>
              <a:avLst/>
              <a:gdLst/>
              <a:ahLst/>
              <a:cxnLst/>
              <a:rect l="l" t="t" r="r" b="b"/>
              <a:pathLst>
                <a:path w="5201" h="2257" fill="none" extrusionOk="0">
                  <a:moveTo>
                    <a:pt x="1" y="2257"/>
                  </a:moveTo>
                  <a:cubicBezTo>
                    <a:pt x="1" y="2257"/>
                    <a:pt x="1821" y="299"/>
                    <a:pt x="5201" y="0"/>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4"/>
            <p:cNvSpPr/>
            <p:nvPr/>
          </p:nvSpPr>
          <p:spPr>
            <a:xfrm>
              <a:off x="3586825" y="1653875"/>
              <a:ext cx="122775" cy="54275"/>
            </a:xfrm>
            <a:custGeom>
              <a:avLst/>
              <a:gdLst/>
              <a:ahLst/>
              <a:cxnLst/>
              <a:rect l="l" t="t" r="r" b="b"/>
              <a:pathLst>
                <a:path w="4911" h="2171" fill="none" extrusionOk="0">
                  <a:moveTo>
                    <a:pt x="4911" y="1"/>
                  </a:moveTo>
                  <a:cubicBezTo>
                    <a:pt x="4911" y="1"/>
                    <a:pt x="2015" y="342"/>
                    <a:pt x="1" y="2171"/>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4"/>
            <p:cNvSpPr/>
            <p:nvPr/>
          </p:nvSpPr>
          <p:spPr>
            <a:xfrm>
              <a:off x="3616300" y="1683800"/>
              <a:ext cx="129125" cy="55425"/>
            </a:xfrm>
            <a:custGeom>
              <a:avLst/>
              <a:gdLst/>
              <a:ahLst/>
              <a:cxnLst/>
              <a:rect l="l" t="t" r="r" b="b"/>
              <a:pathLst>
                <a:path w="5165" h="2217" fill="none" extrusionOk="0">
                  <a:moveTo>
                    <a:pt x="0" y="2217"/>
                  </a:moveTo>
                  <a:cubicBezTo>
                    <a:pt x="0" y="2217"/>
                    <a:pt x="2576" y="216"/>
                    <a:pt x="5164" y="0"/>
                  </a:cubicBezTo>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842;p44">
            <a:extLst>
              <a:ext uri="{FF2B5EF4-FFF2-40B4-BE49-F238E27FC236}">
                <a16:creationId xmlns:a16="http://schemas.microsoft.com/office/drawing/2014/main" xmlns="" id="{834FE6A7-AEE2-7CFB-23FE-E91C39A1252E}"/>
              </a:ext>
            </a:extLst>
          </p:cNvPr>
          <p:cNvSpPr txBox="1">
            <a:spLocks/>
          </p:cNvSpPr>
          <p:nvPr/>
        </p:nvSpPr>
        <p:spPr>
          <a:xfrm>
            <a:off x="5137545" y="359683"/>
            <a:ext cx="3212256" cy="42337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Outfit"/>
              <a:buNone/>
              <a:defRPr sz="1500" b="0" i="0" u="none" strike="noStrike" cap="none">
                <a:solidFill>
                  <a:schemeClr val="dk1"/>
                </a:solidFill>
                <a:latin typeface="Outfit"/>
                <a:ea typeface="Outfit"/>
                <a:cs typeface="Outfit"/>
                <a:sym typeface="Outfit"/>
              </a:defRPr>
            </a:lvl1pPr>
            <a:lvl2pPr marL="914400" marR="0" lvl="1" indent="-317500" algn="ctr" rtl="0">
              <a:lnSpc>
                <a:spcPct val="100000"/>
              </a:lnSpc>
              <a:spcBef>
                <a:spcPts val="0"/>
              </a:spcBef>
              <a:spcAft>
                <a:spcPts val="0"/>
              </a:spcAft>
              <a:buClr>
                <a:schemeClr val="dk1"/>
              </a:buClr>
              <a:buSzPts val="1400"/>
              <a:buFont typeface="Outfit"/>
              <a:buNone/>
              <a:defRPr sz="1400" b="0" i="0" u="none" strike="noStrike" cap="none">
                <a:solidFill>
                  <a:schemeClr val="dk1"/>
                </a:solidFill>
                <a:latin typeface="Outfit"/>
                <a:ea typeface="Outfit"/>
                <a:cs typeface="Outfit"/>
                <a:sym typeface="Outfit"/>
              </a:defRPr>
            </a:lvl2pPr>
            <a:lvl3pPr marL="1371600" marR="0" lvl="2" indent="-317500" algn="ctr" rtl="0">
              <a:lnSpc>
                <a:spcPct val="100000"/>
              </a:lnSpc>
              <a:spcBef>
                <a:spcPts val="0"/>
              </a:spcBef>
              <a:spcAft>
                <a:spcPts val="0"/>
              </a:spcAft>
              <a:buClr>
                <a:schemeClr val="dk1"/>
              </a:buClr>
              <a:buSzPts val="1400"/>
              <a:buFont typeface="Outfit"/>
              <a:buNone/>
              <a:defRPr sz="1400" b="0" i="0" u="none" strike="noStrike" cap="none">
                <a:solidFill>
                  <a:schemeClr val="dk1"/>
                </a:solidFill>
                <a:latin typeface="Outfit"/>
                <a:ea typeface="Outfit"/>
                <a:cs typeface="Outfit"/>
                <a:sym typeface="Outfit"/>
              </a:defRPr>
            </a:lvl3pPr>
            <a:lvl4pPr marL="1828800" marR="0" lvl="3" indent="-317500" algn="ctr" rtl="0">
              <a:lnSpc>
                <a:spcPct val="100000"/>
              </a:lnSpc>
              <a:spcBef>
                <a:spcPts val="0"/>
              </a:spcBef>
              <a:spcAft>
                <a:spcPts val="0"/>
              </a:spcAft>
              <a:buClr>
                <a:schemeClr val="dk1"/>
              </a:buClr>
              <a:buSzPts val="1400"/>
              <a:buFont typeface="Outfit"/>
              <a:buNone/>
              <a:defRPr sz="1400" b="0" i="0" u="none" strike="noStrike" cap="none">
                <a:solidFill>
                  <a:schemeClr val="dk1"/>
                </a:solidFill>
                <a:latin typeface="Outfit"/>
                <a:ea typeface="Outfit"/>
                <a:cs typeface="Outfit"/>
                <a:sym typeface="Outfit"/>
              </a:defRPr>
            </a:lvl4pPr>
            <a:lvl5pPr marL="2286000" marR="0" lvl="4" indent="-317500" algn="ctr" rtl="0">
              <a:lnSpc>
                <a:spcPct val="100000"/>
              </a:lnSpc>
              <a:spcBef>
                <a:spcPts val="0"/>
              </a:spcBef>
              <a:spcAft>
                <a:spcPts val="0"/>
              </a:spcAft>
              <a:buClr>
                <a:schemeClr val="dk1"/>
              </a:buClr>
              <a:buSzPts val="1400"/>
              <a:buFont typeface="Outfit"/>
              <a:buNone/>
              <a:defRPr sz="1400" b="0" i="0" u="none" strike="noStrike" cap="none">
                <a:solidFill>
                  <a:schemeClr val="dk1"/>
                </a:solidFill>
                <a:latin typeface="Outfit"/>
                <a:ea typeface="Outfit"/>
                <a:cs typeface="Outfit"/>
                <a:sym typeface="Outfit"/>
              </a:defRPr>
            </a:lvl5pPr>
            <a:lvl6pPr marL="2743200" marR="0" lvl="5" indent="-317500" algn="ctr" rtl="0">
              <a:lnSpc>
                <a:spcPct val="100000"/>
              </a:lnSpc>
              <a:spcBef>
                <a:spcPts val="0"/>
              </a:spcBef>
              <a:spcAft>
                <a:spcPts val="0"/>
              </a:spcAft>
              <a:buClr>
                <a:schemeClr val="dk1"/>
              </a:buClr>
              <a:buSzPts val="1400"/>
              <a:buFont typeface="Outfit"/>
              <a:buNone/>
              <a:defRPr sz="1400" b="0" i="0" u="none" strike="noStrike" cap="none">
                <a:solidFill>
                  <a:schemeClr val="dk1"/>
                </a:solidFill>
                <a:latin typeface="Outfit"/>
                <a:ea typeface="Outfit"/>
                <a:cs typeface="Outfit"/>
                <a:sym typeface="Outfit"/>
              </a:defRPr>
            </a:lvl6pPr>
            <a:lvl7pPr marL="3200400" marR="0" lvl="6" indent="-317500" algn="ctr" rtl="0">
              <a:lnSpc>
                <a:spcPct val="100000"/>
              </a:lnSpc>
              <a:spcBef>
                <a:spcPts val="0"/>
              </a:spcBef>
              <a:spcAft>
                <a:spcPts val="0"/>
              </a:spcAft>
              <a:buClr>
                <a:schemeClr val="dk1"/>
              </a:buClr>
              <a:buSzPts val="1400"/>
              <a:buFont typeface="Outfit"/>
              <a:buNone/>
              <a:defRPr sz="1400" b="0" i="0" u="none" strike="noStrike" cap="none">
                <a:solidFill>
                  <a:schemeClr val="dk1"/>
                </a:solidFill>
                <a:latin typeface="Outfit"/>
                <a:ea typeface="Outfit"/>
                <a:cs typeface="Outfit"/>
                <a:sym typeface="Outfit"/>
              </a:defRPr>
            </a:lvl7pPr>
            <a:lvl8pPr marL="3657600" marR="0" lvl="7" indent="-317500" algn="ctr" rtl="0">
              <a:lnSpc>
                <a:spcPct val="100000"/>
              </a:lnSpc>
              <a:spcBef>
                <a:spcPts val="0"/>
              </a:spcBef>
              <a:spcAft>
                <a:spcPts val="0"/>
              </a:spcAft>
              <a:buClr>
                <a:schemeClr val="dk1"/>
              </a:buClr>
              <a:buSzPts val="1400"/>
              <a:buFont typeface="Outfit"/>
              <a:buNone/>
              <a:defRPr sz="1400" b="0" i="0" u="none" strike="noStrike" cap="none">
                <a:solidFill>
                  <a:schemeClr val="dk1"/>
                </a:solidFill>
                <a:latin typeface="Outfit"/>
                <a:ea typeface="Outfit"/>
                <a:cs typeface="Outfit"/>
                <a:sym typeface="Outfit"/>
              </a:defRPr>
            </a:lvl8pPr>
            <a:lvl9pPr marL="4114800" marR="0" lvl="8" indent="-317500" algn="ctr" rtl="0">
              <a:lnSpc>
                <a:spcPct val="100000"/>
              </a:lnSpc>
              <a:spcBef>
                <a:spcPts val="0"/>
              </a:spcBef>
              <a:spcAft>
                <a:spcPts val="0"/>
              </a:spcAft>
              <a:buClr>
                <a:schemeClr val="dk1"/>
              </a:buClr>
              <a:buSzPts val="1400"/>
              <a:buFont typeface="Outfit"/>
              <a:buNone/>
              <a:defRPr sz="1400" b="0" i="0" u="none" strike="noStrike" cap="none">
                <a:solidFill>
                  <a:schemeClr val="dk1"/>
                </a:solidFill>
                <a:latin typeface="Outfit"/>
                <a:ea typeface="Outfit"/>
                <a:cs typeface="Outfit"/>
                <a:sym typeface="Outfit"/>
              </a:defRPr>
            </a:lvl9pPr>
          </a:lstStyle>
          <a:p>
            <a:pPr marL="0" indent="0" algn="just"/>
            <a:r>
              <a:rPr lang="en-US" sz="2400" b="1" dirty="0">
                <a:solidFill>
                  <a:srgbClr val="374151"/>
                </a:solidFill>
                <a:latin typeface="Söhne"/>
              </a:rPr>
              <a:t>PROBLEM STATEMENT</a:t>
            </a:r>
            <a:endParaRPr lang="en-US" sz="2400" b="1" dirty="0"/>
          </a:p>
        </p:txBody>
      </p:sp>
      <p:sp>
        <p:nvSpPr>
          <p:cNvPr id="3" name="TextBox 2">
            <a:extLst>
              <a:ext uri="{FF2B5EF4-FFF2-40B4-BE49-F238E27FC236}">
                <a16:creationId xmlns:a16="http://schemas.microsoft.com/office/drawing/2014/main" xmlns="" id="{3791B2A5-ACC3-81CD-5DCE-842C8B29EB32}"/>
              </a:ext>
            </a:extLst>
          </p:cNvPr>
          <p:cNvSpPr txBox="1"/>
          <p:nvPr/>
        </p:nvSpPr>
        <p:spPr>
          <a:xfrm>
            <a:off x="4296030" y="1379887"/>
            <a:ext cx="3660713" cy="317009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Discourse-aware automatic text summarization is a natural language processing task that focuses on generating concise and coherent summaries of longer texts while taking into account the discourse structure and relationships between sentences or paragraphs in the original text. </a:t>
            </a:r>
          </a:p>
          <a:p>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p45"/>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INTRODUCTION</a:t>
            </a:r>
            <a:endParaRPr dirty="0"/>
          </a:p>
        </p:txBody>
      </p:sp>
      <p:cxnSp>
        <p:nvCxnSpPr>
          <p:cNvPr id="954" name="Google Shape;954;p45"/>
          <p:cNvCxnSpPr/>
          <p:nvPr/>
        </p:nvCxnSpPr>
        <p:spPr>
          <a:xfrm rot="10800000">
            <a:off x="-11700" y="1146425"/>
            <a:ext cx="9167400" cy="0"/>
          </a:xfrm>
          <a:prstGeom prst="straightConnector1">
            <a:avLst/>
          </a:prstGeom>
          <a:noFill/>
          <a:ln w="9525" cap="flat" cmpd="sng">
            <a:solidFill>
              <a:schemeClr val="dk1"/>
            </a:solidFill>
            <a:prstDash val="solid"/>
            <a:round/>
            <a:headEnd type="none" w="med" len="med"/>
            <a:tailEnd type="none" w="med" len="med"/>
          </a:ln>
        </p:spPr>
      </p:cxnSp>
      <p:sp>
        <p:nvSpPr>
          <p:cNvPr id="3" name="TextBox 2">
            <a:extLst>
              <a:ext uri="{FF2B5EF4-FFF2-40B4-BE49-F238E27FC236}">
                <a16:creationId xmlns:a16="http://schemas.microsoft.com/office/drawing/2014/main" xmlns="" id="{BD915F3B-1A69-8320-EF98-9FA6D17F50AF}"/>
              </a:ext>
            </a:extLst>
          </p:cNvPr>
          <p:cNvSpPr txBox="1"/>
          <p:nvPr/>
        </p:nvSpPr>
        <p:spPr>
          <a:xfrm>
            <a:off x="829159" y="1542081"/>
            <a:ext cx="6989736" cy="3016210"/>
          </a:xfrm>
          <a:prstGeom prst="rect">
            <a:avLst/>
          </a:prstGeom>
          <a:noFill/>
        </p:spPr>
        <p:txBody>
          <a:bodyPr wrap="square" rtlCol="0">
            <a:spAutoFit/>
          </a:bodyPr>
          <a:lstStyle/>
          <a:p>
            <a:pPr algn="just">
              <a:buFont typeface="Arial" panose="020B0604020202020204" pitchFamily="34" charset="0"/>
              <a:buChar char="•"/>
            </a:pPr>
            <a:r>
              <a:rPr lang="en-US" sz="1600" b="0" i="0" dirty="0">
                <a:solidFill>
                  <a:srgbClr val="374151"/>
                </a:solidFill>
                <a:effectLst/>
                <a:latin typeface="Times New Roman" panose="02020603050405020304" pitchFamily="18" charset="0"/>
                <a:cs typeface="Times New Roman" panose="02020603050405020304" pitchFamily="18" charset="0"/>
              </a:rPr>
              <a:t>Automatic Text Summarization: It's a technology that helps reduce long texts into shorter, more manageable summaries.</a:t>
            </a:r>
          </a:p>
          <a:p>
            <a:pPr algn="just">
              <a:buFont typeface="Arial" panose="020B0604020202020204" pitchFamily="34" charset="0"/>
              <a:buChar char="•"/>
            </a:pPr>
            <a:r>
              <a:rPr lang="en-US" sz="1600" b="0" i="0" dirty="0">
                <a:solidFill>
                  <a:srgbClr val="374151"/>
                </a:solidFill>
                <a:effectLst/>
                <a:latin typeface="Times New Roman" panose="02020603050405020304" pitchFamily="18" charset="0"/>
                <a:cs typeface="Times New Roman" panose="02020603050405020304" pitchFamily="18" charset="0"/>
              </a:rPr>
              <a:t>Discourse-Aware Summarization: This approach focuses on maintaining the structure and flow of the original text.</a:t>
            </a:r>
          </a:p>
          <a:p>
            <a:pPr algn="just">
              <a:buFont typeface="Arial" panose="020B0604020202020204" pitchFamily="34" charset="0"/>
              <a:buChar char="•"/>
            </a:pPr>
            <a:r>
              <a:rPr lang="en-US" sz="1600" b="0" i="0" dirty="0">
                <a:solidFill>
                  <a:srgbClr val="374151"/>
                </a:solidFill>
                <a:effectLst/>
                <a:latin typeface="Times New Roman" panose="02020603050405020304" pitchFamily="18" charset="0"/>
                <a:cs typeface="Times New Roman" panose="02020603050405020304" pitchFamily="18" charset="0"/>
              </a:rPr>
              <a:t>Focus on Relationships and Flow: It considers how sentences are connected in the text.</a:t>
            </a:r>
          </a:p>
          <a:p>
            <a:pPr algn="just">
              <a:buFont typeface="Arial" panose="020B0604020202020204" pitchFamily="34" charset="0"/>
              <a:buChar char="•"/>
            </a:pPr>
            <a:r>
              <a:rPr lang="en-US" sz="1600" b="0" i="0" dirty="0">
                <a:solidFill>
                  <a:srgbClr val="374151"/>
                </a:solidFill>
                <a:effectLst/>
                <a:latin typeface="Times New Roman" panose="02020603050405020304" pitchFamily="18" charset="0"/>
                <a:cs typeface="Times New Roman" panose="02020603050405020304" pitchFamily="18" charset="0"/>
              </a:rPr>
              <a:t>Going Beyond Traditional Methods: Unlike traditional summarization, it preserves the context and connections between sentences.</a:t>
            </a:r>
          </a:p>
          <a:p>
            <a:pPr algn="just">
              <a:buFont typeface="Arial" panose="020B0604020202020204" pitchFamily="34" charset="0"/>
              <a:buChar char="•"/>
            </a:pPr>
            <a:r>
              <a:rPr lang="en-US" sz="1600" b="0" i="0" dirty="0">
                <a:solidFill>
                  <a:srgbClr val="374151"/>
                </a:solidFill>
                <a:effectLst/>
                <a:latin typeface="Times New Roman" panose="02020603050405020304" pitchFamily="18" charset="0"/>
                <a:cs typeface="Times New Roman" panose="02020603050405020304" pitchFamily="18" charset="0"/>
              </a:rPr>
              <a:t>Preserving Context and Coherence: It ensures that the summary makes sense and is easy to understand.</a:t>
            </a:r>
          </a:p>
          <a:p>
            <a:pPr algn="l">
              <a:buFont typeface="Arial" panose="020B0604020202020204" pitchFamily="34" charset="0"/>
              <a:buChar char="•"/>
            </a:pPr>
            <a:endParaRPr lang="en-US" sz="1600" b="0" i="0" dirty="0">
              <a:solidFill>
                <a:srgbClr val="374151"/>
              </a:solidFill>
              <a:effectLst/>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6020C99E-754F-0F74-2A4D-C0A122A5015C}"/>
              </a:ext>
            </a:extLst>
          </p:cNvPr>
          <p:cNvSpPr>
            <a:spLocks noGrp="1"/>
          </p:cNvSpPr>
          <p:nvPr>
            <p:ph type="title"/>
          </p:nvPr>
        </p:nvSpPr>
        <p:spPr/>
        <p:txBody>
          <a:bodyPr/>
          <a:lstStyle/>
          <a:p>
            <a:r>
              <a:rPr lang="en-US" dirty="0"/>
              <a:t>FLOW CHART</a:t>
            </a:r>
            <a:endParaRPr lang="en-IN" dirty="0"/>
          </a:p>
        </p:txBody>
      </p:sp>
      <p:pic>
        <p:nvPicPr>
          <p:cNvPr id="1026" name="Picture 2" descr="Applied Sciences | Free Full-Text | A Novel Approach for ...">
            <a:extLst>
              <a:ext uri="{FF2B5EF4-FFF2-40B4-BE49-F238E27FC236}">
                <a16:creationId xmlns:a16="http://schemas.microsoft.com/office/drawing/2014/main" xmlns="" id="{EECDBD15-23FB-A721-1DB0-B778FA147A89}"/>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173413" y="1131376"/>
            <a:ext cx="2795587" cy="342116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907513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E1D89570-2D77-0899-C3CA-2559F3542779}"/>
              </a:ext>
            </a:extLst>
          </p:cNvPr>
          <p:cNvSpPr txBox="1"/>
          <p:nvPr/>
        </p:nvSpPr>
        <p:spPr>
          <a:xfrm>
            <a:off x="720001" y="1193260"/>
            <a:ext cx="7872766" cy="2677656"/>
          </a:xfrm>
          <a:prstGeom prst="rect">
            <a:avLst/>
          </a:prstGeom>
          <a:noFill/>
        </p:spPr>
        <p:txBody>
          <a:bodyPr wrap="square" rtlCol="0">
            <a:spAutoFit/>
          </a:bodyPr>
          <a:lstStyle/>
          <a:p>
            <a:pPr algn="l">
              <a:buFont typeface="+mj-lt"/>
              <a:buAutoNum type="arabicPeriod"/>
            </a:pPr>
            <a:r>
              <a:rPr lang="en-US" b="1" i="0" dirty="0">
                <a:solidFill>
                  <a:srgbClr val="374151"/>
                </a:solidFill>
                <a:effectLst/>
                <a:latin typeface="Söhne"/>
              </a:rPr>
              <a:t>Data Collection:</a:t>
            </a:r>
            <a:r>
              <a:rPr lang="en-US" b="0" i="0" dirty="0">
                <a:solidFill>
                  <a:srgbClr val="374151"/>
                </a:solidFill>
                <a:effectLst/>
                <a:latin typeface="Söhne"/>
              </a:rPr>
              <a:t> Gather a diverse and representative dataset of text documents that need to be summarized. This dataset should cover a range of topics and writing styles.</a:t>
            </a:r>
          </a:p>
          <a:p>
            <a:pPr algn="l">
              <a:buFont typeface="+mj-lt"/>
              <a:buAutoNum type="arabicPeriod"/>
            </a:pPr>
            <a:r>
              <a:rPr lang="en-US" b="1" i="0" dirty="0">
                <a:solidFill>
                  <a:srgbClr val="374151"/>
                </a:solidFill>
                <a:effectLst/>
                <a:latin typeface="Söhne"/>
              </a:rPr>
              <a:t>Preprocessing:</a:t>
            </a:r>
            <a:r>
              <a:rPr lang="en-US" b="0" i="0" dirty="0">
                <a:solidFill>
                  <a:srgbClr val="374151"/>
                </a:solidFill>
                <a:effectLst/>
                <a:latin typeface="Söhne"/>
              </a:rPr>
              <a:t> Prepare the text data by cleaning and structuring it. This may involve tasks like sentence tokenization, removing stop words, and identifying discourse elements (e.g., transitions, relations between sentences).</a:t>
            </a:r>
          </a:p>
          <a:p>
            <a:pPr algn="l">
              <a:buFont typeface="+mj-lt"/>
              <a:buAutoNum type="arabicPeriod"/>
            </a:pPr>
            <a:r>
              <a:rPr lang="en-US" b="1" i="0" dirty="0">
                <a:solidFill>
                  <a:srgbClr val="374151"/>
                </a:solidFill>
                <a:effectLst/>
                <a:latin typeface="Söhne"/>
              </a:rPr>
              <a:t>Feature Engineering:</a:t>
            </a:r>
            <a:r>
              <a:rPr lang="en-US" b="0" i="0" dirty="0">
                <a:solidFill>
                  <a:srgbClr val="374151"/>
                </a:solidFill>
                <a:effectLst/>
                <a:latin typeface="Söhne"/>
              </a:rPr>
              <a:t> Define and extract features that capture discourse-related information. These features could include sentence position, discourse markers, and semantic similarity measures between sentences.</a:t>
            </a:r>
          </a:p>
          <a:p>
            <a:pPr algn="l">
              <a:buFont typeface="+mj-lt"/>
              <a:buAutoNum type="arabicPeriod"/>
            </a:pPr>
            <a:r>
              <a:rPr lang="en-US" b="1" i="0" dirty="0">
                <a:solidFill>
                  <a:srgbClr val="374151"/>
                </a:solidFill>
                <a:effectLst/>
                <a:latin typeface="Söhne"/>
              </a:rPr>
              <a:t>Model Selection:</a:t>
            </a:r>
            <a:r>
              <a:rPr lang="en-US" b="0" i="0" dirty="0">
                <a:solidFill>
                  <a:srgbClr val="374151"/>
                </a:solidFill>
                <a:effectLst/>
                <a:latin typeface="Söhne"/>
              </a:rPr>
              <a:t> Choose or design a text summarization model that can incorporate discourse awareness. This may involve the use of graph-based models, neural networks, or rule-based approaches, depending on the project's goals.</a:t>
            </a:r>
          </a:p>
          <a:p>
            <a:endParaRPr lang="en-IN" dirty="0"/>
          </a:p>
        </p:txBody>
      </p:sp>
    </p:spTree>
    <p:extLst>
      <p:ext uri="{BB962C8B-B14F-4D97-AF65-F5344CB8AC3E}">
        <p14:creationId xmlns:p14="http://schemas.microsoft.com/office/powerpoint/2010/main" xmlns="" val="773061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E1D89570-2D77-0899-C3CA-2559F3542779}"/>
              </a:ext>
            </a:extLst>
          </p:cNvPr>
          <p:cNvSpPr txBox="1"/>
          <p:nvPr/>
        </p:nvSpPr>
        <p:spPr>
          <a:xfrm>
            <a:off x="720001" y="1193260"/>
            <a:ext cx="7872766" cy="3108543"/>
          </a:xfrm>
          <a:prstGeom prst="rect">
            <a:avLst/>
          </a:prstGeom>
          <a:noFill/>
        </p:spPr>
        <p:txBody>
          <a:bodyPr wrap="square" rtlCol="0">
            <a:spAutoFit/>
          </a:bodyPr>
          <a:lstStyle/>
          <a:p>
            <a:pPr algn="l"/>
            <a:r>
              <a:rPr lang="en-US" b="1" i="0" dirty="0">
                <a:solidFill>
                  <a:srgbClr val="374151"/>
                </a:solidFill>
                <a:effectLst/>
                <a:latin typeface="Söhne"/>
              </a:rPr>
              <a:t>Training:</a:t>
            </a:r>
            <a:r>
              <a:rPr lang="en-US" b="0" i="0" dirty="0">
                <a:solidFill>
                  <a:srgbClr val="374151"/>
                </a:solidFill>
                <a:effectLst/>
                <a:latin typeface="Söhne"/>
              </a:rPr>
              <a:t> Train the selected model on the prepared dataset. The model should learn to identify important discourse elements that contribute to the overall coherence and context of the text.</a:t>
            </a:r>
          </a:p>
          <a:p>
            <a:pPr algn="l"/>
            <a:r>
              <a:rPr lang="en-US" b="1" i="0" dirty="0">
                <a:solidFill>
                  <a:srgbClr val="374151"/>
                </a:solidFill>
                <a:effectLst/>
                <a:latin typeface="Söhne"/>
              </a:rPr>
              <a:t>Evaluation:</a:t>
            </a:r>
            <a:r>
              <a:rPr lang="en-US" b="0" i="0" dirty="0">
                <a:solidFill>
                  <a:srgbClr val="374151"/>
                </a:solidFill>
                <a:effectLst/>
                <a:latin typeface="Söhne"/>
              </a:rPr>
              <a:t> Assess the performance of the summarization model using appropriate evaluation metrics, such as ROUGE scores or human evaluation. The evaluation should focus on the quality of summaries in terms of coherence and relevance.</a:t>
            </a:r>
          </a:p>
          <a:p>
            <a:pPr algn="l"/>
            <a:r>
              <a:rPr lang="en-US" b="1" i="0" dirty="0">
                <a:solidFill>
                  <a:srgbClr val="374151"/>
                </a:solidFill>
                <a:effectLst/>
                <a:latin typeface="Söhne"/>
              </a:rPr>
              <a:t>Fine-tuning:</a:t>
            </a:r>
            <a:r>
              <a:rPr lang="en-US" b="0" i="0" dirty="0">
                <a:solidFill>
                  <a:srgbClr val="374151"/>
                </a:solidFill>
                <a:effectLst/>
                <a:latin typeface="Söhne"/>
              </a:rPr>
              <a:t> Refine the model based on the evaluation results. This may involve adjusting model hyperparameters or retraining with additional data.</a:t>
            </a:r>
          </a:p>
          <a:p>
            <a:pPr algn="l"/>
            <a:r>
              <a:rPr lang="en-US" b="1" i="0" dirty="0">
                <a:solidFill>
                  <a:srgbClr val="374151"/>
                </a:solidFill>
                <a:effectLst/>
                <a:latin typeface="Söhne"/>
              </a:rPr>
              <a:t>Testing and Validation:</a:t>
            </a:r>
            <a:r>
              <a:rPr lang="en-US" b="0" i="0" dirty="0">
                <a:solidFill>
                  <a:srgbClr val="374151"/>
                </a:solidFill>
                <a:effectLst/>
                <a:latin typeface="Söhne"/>
              </a:rPr>
              <a:t> Apply the discourse-aware summarization model to new text documents to validate its performance in real-world scenarios.</a:t>
            </a:r>
          </a:p>
          <a:p>
            <a:pPr algn="l"/>
            <a:r>
              <a:rPr lang="en-US" b="1" i="0" dirty="0">
                <a:solidFill>
                  <a:srgbClr val="374151"/>
                </a:solidFill>
                <a:effectLst/>
                <a:latin typeface="Söhne"/>
              </a:rPr>
              <a:t>Comparison:</a:t>
            </a:r>
            <a:r>
              <a:rPr lang="en-US" b="0" i="0" dirty="0">
                <a:solidFill>
                  <a:srgbClr val="374151"/>
                </a:solidFill>
                <a:effectLst/>
                <a:latin typeface="Söhne"/>
              </a:rPr>
              <a:t> Compare the results of the discourse-aware model with conventional text summarization methods to determine its effectiveness.</a:t>
            </a:r>
          </a:p>
          <a:p>
            <a:pPr algn="l"/>
            <a:r>
              <a:rPr lang="en-US" b="1" i="0" dirty="0">
                <a:solidFill>
                  <a:srgbClr val="374151"/>
                </a:solidFill>
                <a:effectLst/>
                <a:latin typeface="Söhne"/>
              </a:rPr>
              <a:t>Documentation:</a:t>
            </a:r>
            <a:r>
              <a:rPr lang="en-US" b="0" i="0" dirty="0">
                <a:solidFill>
                  <a:srgbClr val="374151"/>
                </a:solidFill>
                <a:effectLst/>
                <a:latin typeface="Söhne"/>
              </a:rPr>
              <a:t> Thoroughly document the methodology, including the dataset used, feature engineering techniques, model details, and evaluation results.</a:t>
            </a:r>
          </a:p>
          <a:p>
            <a:endParaRPr lang="en-IN" dirty="0"/>
          </a:p>
        </p:txBody>
      </p:sp>
    </p:spTree>
    <p:extLst>
      <p:ext uri="{BB962C8B-B14F-4D97-AF65-F5344CB8AC3E}">
        <p14:creationId xmlns:p14="http://schemas.microsoft.com/office/powerpoint/2010/main" xmlns="" val="147008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8" name="Google Shape;968;p46"/>
          <p:cNvSpPr txBox="1">
            <a:spLocks noGrp="1"/>
          </p:cNvSpPr>
          <p:nvPr>
            <p:ph type="body" idx="1"/>
          </p:nvPr>
        </p:nvSpPr>
        <p:spPr>
          <a:xfrm>
            <a:off x="654670" y="1520553"/>
            <a:ext cx="7125103" cy="2778236"/>
          </a:xfrm>
          <a:prstGeom prst="rect">
            <a:avLst/>
          </a:prstGeom>
        </p:spPr>
        <p:txBody>
          <a:bodyPr spcFirstLastPara="1" wrap="square" lIns="91425" tIns="91425" rIns="91425" bIns="91425" anchor="t" anchorCtr="0">
            <a:noAutofit/>
          </a:bodyPr>
          <a:lstStyle/>
          <a:p>
            <a:pPr>
              <a:buFont typeface="+mj-lt"/>
              <a:buAutoNum type="arabicPeriod"/>
            </a:pPr>
            <a:r>
              <a:rPr lang="en-US" sz="1700" b="1" i="0" dirty="0">
                <a:effectLst/>
                <a:latin typeface="Söhne"/>
              </a:rPr>
              <a:t>Named Entity Recognition (NER)</a:t>
            </a:r>
            <a:r>
              <a:rPr lang="en-US" sz="1700" b="0" i="0" dirty="0">
                <a:solidFill>
                  <a:srgbClr val="374151"/>
                </a:solidFill>
                <a:effectLst/>
                <a:latin typeface="Söhne"/>
              </a:rPr>
              <a:t>: Identifying important entities like names, places, or organizations in the text to ensure they are included in the summary.</a:t>
            </a:r>
          </a:p>
          <a:p>
            <a:pPr>
              <a:buFont typeface="+mj-lt"/>
              <a:buAutoNum type="arabicPeriod"/>
            </a:pPr>
            <a:r>
              <a:rPr lang="en-US" sz="1700" b="1" i="0" dirty="0">
                <a:effectLst/>
                <a:latin typeface="Söhne"/>
              </a:rPr>
              <a:t>Abstractive Summarization</a:t>
            </a:r>
            <a:r>
              <a:rPr lang="en-US" sz="1700" b="0" i="0" dirty="0">
                <a:solidFill>
                  <a:srgbClr val="374151"/>
                </a:solidFill>
                <a:effectLst/>
                <a:latin typeface="Söhne"/>
              </a:rPr>
              <a:t>: This involves generating summaries by rewriting the content in a more concise and coherent manner, often using techniques like neural language models.</a:t>
            </a:r>
            <a:endParaRPr lang="en-US" sz="1700" dirty="0">
              <a:solidFill>
                <a:srgbClr val="374151"/>
              </a:solidFill>
              <a:latin typeface="Söhne"/>
            </a:endParaRPr>
          </a:p>
          <a:p>
            <a:pPr>
              <a:buFont typeface="+mj-lt"/>
              <a:buAutoNum type="arabicPeriod"/>
            </a:pPr>
            <a:r>
              <a:rPr lang="en-US" sz="1700" b="1" i="0" dirty="0">
                <a:effectLst/>
                <a:latin typeface="Söhne"/>
              </a:rPr>
              <a:t>Coreference Resolution</a:t>
            </a:r>
            <a:r>
              <a:rPr lang="en-US" sz="1700" b="0" i="0" dirty="0">
                <a:solidFill>
                  <a:srgbClr val="374151"/>
                </a:solidFill>
                <a:effectLst/>
                <a:latin typeface="Söhne"/>
              </a:rPr>
              <a:t>: Handling cases where pronouns refer to previously mentioned entities, ensuring the summary is clear and coherent.</a:t>
            </a:r>
          </a:p>
        </p:txBody>
      </p:sp>
      <p:sp>
        <p:nvSpPr>
          <p:cNvPr id="967" name="Google Shape;967;p46"/>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b="1" i="0" dirty="0">
                <a:effectLst/>
                <a:latin typeface="Söhne"/>
              </a:rPr>
              <a:t>Discourse-Aware Techniques</a:t>
            </a:r>
            <a:endParaRPr dirty="0"/>
          </a:p>
        </p:txBody>
      </p:sp>
      <p:cxnSp>
        <p:nvCxnSpPr>
          <p:cNvPr id="969" name="Google Shape;969;p46"/>
          <p:cNvCxnSpPr/>
          <p:nvPr/>
        </p:nvCxnSpPr>
        <p:spPr>
          <a:xfrm rot="10800000">
            <a:off x="-11700" y="1146425"/>
            <a:ext cx="91674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xmlns="" val="2587968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p45"/>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APPLICATIONS</a:t>
            </a:r>
            <a:endParaRPr dirty="0"/>
          </a:p>
        </p:txBody>
      </p:sp>
      <p:cxnSp>
        <p:nvCxnSpPr>
          <p:cNvPr id="954" name="Google Shape;954;p45"/>
          <p:cNvCxnSpPr/>
          <p:nvPr/>
        </p:nvCxnSpPr>
        <p:spPr>
          <a:xfrm rot="10800000">
            <a:off x="-11700" y="1146425"/>
            <a:ext cx="9167400" cy="0"/>
          </a:xfrm>
          <a:prstGeom prst="straightConnector1">
            <a:avLst/>
          </a:prstGeom>
          <a:noFill/>
          <a:ln w="9525" cap="flat" cmpd="sng">
            <a:solidFill>
              <a:schemeClr val="dk1"/>
            </a:solidFill>
            <a:prstDash val="solid"/>
            <a:round/>
            <a:headEnd type="none" w="med" len="med"/>
            <a:tailEnd type="none" w="med" len="med"/>
          </a:ln>
        </p:spPr>
      </p:cxnSp>
      <p:sp>
        <p:nvSpPr>
          <p:cNvPr id="3" name="TextBox 2">
            <a:extLst>
              <a:ext uri="{FF2B5EF4-FFF2-40B4-BE49-F238E27FC236}">
                <a16:creationId xmlns:a16="http://schemas.microsoft.com/office/drawing/2014/main" xmlns="" id="{A41BBA1B-0775-7371-6A8F-54B05C53B534}"/>
              </a:ext>
            </a:extLst>
          </p:cNvPr>
          <p:cNvSpPr txBox="1"/>
          <p:nvPr/>
        </p:nvSpPr>
        <p:spPr>
          <a:xfrm>
            <a:off x="720001" y="1550588"/>
            <a:ext cx="6742434" cy="2585323"/>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Aware Automatic Text Summarization has various applications across different domains. Some major applications include:</a:t>
            </a:r>
          </a:p>
          <a:p>
            <a:endParaRPr lang="en-US"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IN" sz="1800" dirty="0">
                <a:latin typeface="Times New Roman" panose="02020603050405020304" pitchFamily="18" charset="0"/>
                <a:cs typeface="Times New Roman" panose="02020603050405020304" pitchFamily="18" charset="0"/>
              </a:rPr>
              <a:t>News Summarization</a:t>
            </a:r>
          </a:p>
          <a:p>
            <a:pPr marL="342900" indent="-342900">
              <a:buFont typeface="+mj-lt"/>
              <a:buAutoNum type="arabicPeriod"/>
            </a:pPr>
            <a:r>
              <a:rPr lang="en-IN" sz="1800" dirty="0">
                <a:latin typeface="Times New Roman" panose="02020603050405020304" pitchFamily="18" charset="0"/>
                <a:cs typeface="Times New Roman" panose="02020603050405020304" pitchFamily="18" charset="0"/>
              </a:rPr>
              <a:t>Document Summarization</a:t>
            </a:r>
          </a:p>
          <a:p>
            <a:pPr marL="342900" indent="-342900">
              <a:buFont typeface="+mj-lt"/>
              <a:buAutoNum type="arabicPeriod"/>
            </a:pPr>
            <a:r>
              <a:rPr lang="en-IN" sz="1800" dirty="0">
                <a:latin typeface="Times New Roman" panose="02020603050405020304" pitchFamily="18" charset="0"/>
                <a:cs typeface="Times New Roman" panose="02020603050405020304" pitchFamily="18" charset="0"/>
              </a:rPr>
              <a:t>Academic Paper Summarization</a:t>
            </a:r>
          </a:p>
          <a:p>
            <a:pPr marL="342900" indent="-342900">
              <a:buFont typeface="+mj-lt"/>
              <a:buAutoNum type="arabicPeriod"/>
            </a:pPr>
            <a:r>
              <a:rPr lang="en-IN" sz="1800" dirty="0">
                <a:latin typeface="Times New Roman" panose="02020603050405020304" pitchFamily="18" charset="0"/>
                <a:cs typeface="Times New Roman" panose="02020603050405020304" pitchFamily="18" charset="0"/>
              </a:rPr>
              <a:t>Email Summarization</a:t>
            </a:r>
          </a:p>
          <a:p>
            <a:pPr marL="342900" indent="-342900">
              <a:buFont typeface="+mj-lt"/>
              <a:buAutoNum type="arabicPeriod"/>
            </a:pPr>
            <a:r>
              <a:rPr lang="en-IN" sz="1800" dirty="0">
                <a:latin typeface="Times New Roman" panose="02020603050405020304" pitchFamily="18" charset="0"/>
                <a:cs typeface="Times New Roman" panose="02020603050405020304" pitchFamily="18" charset="0"/>
              </a:rPr>
              <a:t>Content Curation</a:t>
            </a:r>
          </a:p>
          <a:p>
            <a:pPr marL="342900" indent="-342900">
              <a:buFont typeface="+mj-lt"/>
              <a:buAutoNum type="arabicPeriod"/>
            </a:pPr>
            <a:r>
              <a:rPr lang="en-IN" sz="1800" dirty="0">
                <a:latin typeface="Times New Roman" panose="02020603050405020304" pitchFamily="18" charset="0"/>
                <a:cs typeface="Times New Roman" panose="02020603050405020304" pitchFamily="18" charset="0"/>
              </a:rPr>
              <a:t>Textbook Summarization</a:t>
            </a:r>
          </a:p>
        </p:txBody>
      </p:sp>
    </p:spTree>
    <p:extLst>
      <p:ext uri="{BB962C8B-B14F-4D97-AF65-F5344CB8AC3E}">
        <p14:creationId xmlns:p14="http://schemas.microsoft.com/office/powerpoint/2010/main" xmlns="" val="3753261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p45"/>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1" dirty="0">
                <a:latin typeface="Times New Roman" panose="02020603050405020304" pitchFamily="18" charset="0"/>
                <a:cs typeface="Times New Roman" panose="02020603050405020304" pitchFamily="18" charset="0"/>
              </a:rPr>
              <a:t>SAMPLE INPUT AND OUTPUT</a:t>
            </a:r>
            <a:r>
              <a:rPr lang="en-US" dirty="0"/>
              <a:t/>
            </a:r>
            <a:br>
              <a:rPr lang="en-US" dirty="0"/>
            </a:br>
            <a:endParaRPr dirty="0"/>
          </a:p>
        </p:txBody>
      </p:sp>
      <p:cxnSp>
        <p:nvCxnSpPr>
          <p:cNvPr id="954" name="Google Shape;954;p45"/>
          <p:cNvCxnSpPr/>
          <p:nvPr/>
        </p:nvCxnSpPr>
        <p:spPr>
          <a:xfrm rot="10800000">
            <a:off x="-11700" y="1146425"/>
            <a:ext cx="9167400" cy="0"/>
          </a:xfrm>
          <a:prstGeom prst="straightConnector1">
            <a:avLst/>
          </a:prstGeom>
          <a:noFill/>
          <a:ln w="9525" cap="flat" cmpd="sng">
            <a:solidFill>
              <a:schemeClr val="dk1"/>
            </a:solidFill>
            <a:prstDash val="solid"/>
            <a:round/>
            <a:headEnd type="none" w="med" len="med"/>
            <a:tailEnd type="none" w="med" len="med"/>
          </a:ln>
        </p:spPr>
      </p:cxnSp>
      <p:sp>
        <p:nvSpPr>
          <p:cNvPr id="8" name="TextBox 7">
            <a:extLst>
              <a:ext uri="{FF2B5EF4-FFF2-40B4-BE49-F238E27FC236}">
                <a16:creationId xmlns:a16="http://schemas.microsoft.com/office/drawing/2014/main" xmlns="" id="{56C0C134-CE7B-C203-A892-28EB74E38812}"/>
              </a:ext>
            </a:extLst>
          </p:cNvPr>
          <p:cNvSpPr txBox="1"/>
          <p:nvPr/>
        </p:nvSpPr>
        <p:spPr>
          <a:xfrm>
            <a:off x="286719" y="1286359"/>
            <a:ext cx="1890793" cy="523220"/>
          </a:xfrm>
          <a:prstGeom prst="rect">
            <a:avLst/>
          </a:prstGeom>
          <a:noFill/>
        </p:spPr>
        <p:txBody>
          <a:bodyPr wrap="square" rtlCol="0">
            <a:spAutoFit/>
          </a:bodyPr>
          <a:lstStyle/>
          <a:p>
            <a:r>
              <a:rPr lang="en-US" dirty="0"/>
              <a:t>SAMPLE INPUT</a:t>
            </a:r>
            <a:endParaRPr lang="en-IN" dirty="0"/>
          </a:p>
          <a:p>
            <a:endParaRPr lang="en-IN" dirty="0"/>
          </a:p>
        </p:txBody>
      </p:sp>
      <p:pic>
        <p:nvPicPr>
          <p:cNvPr id="13" name="Picture 12">
            <a:extLst>
              <a:ext uri="{FF2B5EF4-FFF2-40B4-BE49-F238E27FC236}">
                <a16:creationId xmlns:a16="http://schemas.microsoft.com/office/drawing/2014/main" xmlns="" id="{F04C1B39-D726-3D71-7939-9572FC30F5B5}"/>
              </a:ext>
            </a:extLst>
          </p:cNvPr>
          <p:cNvPicPr>
            <a:picLocks noChangeAspect="1"/>
          </p:cNvPicPr>
          <p:nvPr/>
        </p:nvPicPr>
        <p:blipFill>
          <a:blip r:embed="rId3"/>
          <a:stretch>
            <a:fillRect/>
          </a:stretch>
        </p:blipFill>
        <p:spPr>
          <a:xfrm>
            <a:off x="434623" y="1608036"/>
            <a:ext cx="7989377" cy="2839977"/>
          </a:xfrm>
          <a:prstGeom prst="rect">
            <a:avLst/>
          </a:prstGeom>
        </p:spPr>
      </p:pic>
    </p:spTree>
    <p:extLst>
      <p:ext uri="{BB962C8B-B14F-4D97-AF65-F5344CB8AC3E}">
        <p14:creationId xmlns:p14="http://schemas.microsoft.com/office/powerpoint/2010/main" xmlns="" val="2201888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DEF36C6E-9C9A-D57D-D961-10E101BEAA8C}"/>
              </a:ext>
            </a:extLst>
          </p:cNvPr>
          <p:cNvPicPr>
            <a:picLocks noChangeAspect="1"/>
          </p:cNvPicPr>
          <p:nvPr/>
        </p:nvPicPr>
        <p:blipFill>
          <a:blip r:embed="rId2"/>
          <a:stretch>
            <a:fillRect/>
          </a:stretch>
        </p:blipFill>
        <p:spPr>
          <a:xfrm>
            <a:off x="822190" y="1028680"/>
            <a:ext cx="7050947" cy="3272092"/>
          </a:xfrm>
          <a:prstGeom prst="rect">
            <a:avLst/>
          </a:prstGeom>
        </p:spPr>
      </p:pic>
      <p:sp>
        <p:nvSpPr>
          <p:cNvPr id="7" name="TextBox 6">
            <a:extLst>
              <a:ext uri="{FF2B5EF4-FFF2-40B4-BE49-F238E27FC236}">
                <a16:creationId xmlns:a16="http://schemas.microsoft.com/office/drawing/2014/main" xmlns="" id="{9B06DF93-D57E-266B-DF64-F661733FB2E9}"/>
              </a:ext>
            </a:extLst>
          </p:cNvPr>
          <p:cNvSpPr txBox="1"/>
          <p:nvPr/>
        </p:nvSpPr>
        <p:spPr>
          <a:xfrm>
            <a:off x="619932" y="541605"/>
            <a:ext cx="2975675"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SAMPLE OUTPUT</a:t>
            </a:r>
            <a:r>
              <a:rPr lang="en-US" dirty="0"/>
              <a:t>:</a:t>
            </a:r>
            <a:endParaRPr lang="en-IN" dirty="0"/>
          </a:p>
        </p:txBody>
      </p:sp>
    </p:spTree>
    <p:extLst>
      <p:ext uri="{BB962C8B-B14F-4D97-AF65-F5344CB8AC3E}">
        <p14:creationId xmlns:p14="http://schemas.microsoft.com/office/powerpoint/2010/main" xmlns="" val="3306809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9"/>
        <p:cNvGrpSpPr/>
        <p:nvPr/>
      </p:nvGrpSpPr>
      <p:grpSpPr>
        <a:xfrm>
          <a:off x="0" y="0"/>
          <a:ext cx="0" cy="0"/>
          <a:chOff x="0" y="0"/>
          <a:chExt cx="0" cy="0"/>
        </a:xfrm>
      </p:grpSpPr>
      <p:sp>
        <p:nvSpPr>
          <p:cNvPr id="1280" name="Google Shape;1280;p54"/>
          <p:cNvSpPr txBox="1">
            <a:spLocks noGrp="1"/>
          </p:cNvSpPr>
          <p:nvPr>
            <p:ph type="title"/>
          </p:nvPr>
        </p:nvSpPr>
        <p:spPr>
          <a:xfrm flipH="1">
            <a:off x="2091372" y="521731"/>
            <a:ext cx="3800598" cy="490631"/>
          </a:xfrm>
          <a:prstGeom prst="rect">
            <a:avLst/>
          </a:prstGeom>
        </p:spPr>
        <p:txBody>
          <a:bodyPr spcFirstLastPara="1" wrap="square" lIns="91425" tIns="0" rIns="91425" bIns="91425" anchor="b" anchorCtr="0">
            <a:noAutofit/>
          </a:bodyPr>
          <a:lstStyle/>
          <a:p>
            <a:pPr marL="0" lvl="0" indent="0" algn="ctr" rtl="0">
              <a:spcBef>
                <a:spcPts val="0"/>
              </a:spcBef>
              <a:spcAft>
                <a:spcPts val="0"/>
              </a:spcAft>
              <a:buNone/>
            </a:pPr>
            <a:r>
              <a:rPr lang="en-IN" dirty="0"/>
              <a:t>CONCLUSION</a:t>
            </a:r>
            <a:endParaRPr dirty="0"/>
          </a:p>
        </p:txBody>
      </p:sp>
      <p:sp>
        <p:nvSpPr>
          <p:cNvPr id="1281" name="Google Shape;1281;p54"/>
          <p:cNvSpPr txBox="1">
            <a:spLocks noGrp="1"/>
          </p:cNvSpPr>
          <p:nvPr>
            <p:ph type="subTitle" idx="1"/>
          </p:nvPr>
        </p:nvSpPr>
        <p:spPr>
          <a:xfrm flipH="1">
            <a:off x="693173" y="1226214"/>
            <a:ext cx="6032091" cy="2668669"/>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1800" b="0" i="0" dirty="0">
                <a:solidFill>
                  <a:srgbClr val="374151"/>
                </a:solidFill>
                <a:effectLst/>
                <a:latin typeface="Söhne"/>
              </a:rPr>
              <a:t>Transforming Information Consumption: Discourse-aware summarization can make it easier to digest and understand large amounts of information.</a:t>
            </a:r>
          </a:p>
          <a:p>
            <a:pPr marL="0" lvl="0" indent="0" algn="just" rtl="0">
              <a:spcBef>
                <a:spcPts val="0"/>
              </a:spcBef>
              <a:spcAft>
                <a:spcPts val="0"/>
              </a:spcAft>
              <a:buNone/>
            </a:pPr>
            <a:r>
              <a:rPr lang="en-US" sz="1800" b="0" i="0" dirty="0">
                <a:solidFill>
                  <a:srgbClr val="374151"/>
                </a:solidFill>
                <a:effectLst/>
                <a:latin typeface="Söhne"/>
              </a:rPr>
              <a:t>Accessing Valuable Insights Efficiently: It helps you quickly find and use the most important information from a text.</a:t>
            </a:r>
          </a:p>
          <a:p>
            <a:pPr marL="0" lvl="0" indent="0" algn="just" rtl="0">
              <a:spcBef>
                <a:spcPts val="0"/>
              </a:spcBef>
              <a:spcAft>
                <a:spcPts val="0"/>
              </a:spcAft>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61"/>
        <p:cNvGrpSpPr/>
        <p:nvPr/>
      </p:nvGrpSpPr>
      <p:grpSpPr>
        <a:xfrm>
          <a:off x="0" y="0"/>
          <a:ext cx="0" cy="0"/>
          <a:chOff x="0" y="0"/>
          <a:chExt cx="0" cy="0"/>
        </a:xfrm>
      </p:grpSpPr>
      <p:sp>
        <p:nvSpPr>
          <p:cNvPr id="1263" name="Google Shape;1263;p53"/>
          <p:cNvSpPr txBox="1">
            <a:spLocks noGrp="1"/>
          </p:cNvSpPr>
          <p:nvPr>
            <p:ph type="title"/>
          </p:nvPr>
        </p:nvSpPr>
        <p:spPr>
          <a:xfrm>
            <a:off x="0" y="1698048"/>
            <a:ext cx="7717500" cy="61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2500" dirty="0"/>
              <a:t>THANK </a:t>
            </a:r>
            <a:r>
              <a:rPr lang="en-IN" sz="2500" dirty="0" smtClean="0"/>
              <a:t>YOU</a:t>
            </a:r>
            <a:endParaRPr sz="2500" dirty="0"/>
          </a:p>
        </p:txBody>
      </p:sp>
      <p:grpSp>
        <p:nvGrpSpPr>
          <p:cNvPr id="1264" name="Google Shape;1264;p53"/>
          <p:cNvGrpSpPr/>
          <p:nvPr/>
        </p:nvGrpSpPr>
        <p:grpSpPr>
          <a:xfrm>
            <a:off x="-11700" y="536825"/>
            <a:ext cx="9179100" cy="4067175"/>
            <a:chOff x="-11700" y="536825"/>
            <a:chExt cx="9179100" cy="4067175"/>
          </a:xfrm>
        </p:grpSpPr>
        <p:cxnSp>
          <p:nvCxnSpPr>
            <p:cNvPr id="1265" name="Google Shape;1265;p53"/>
            <p:cNvCxnSpPr/>
            <p:nvPr/>
          </p:nvCxnSpPr>
          <p:spPr>
            <a:xfrm rot="10800000">
              <a:off x="0" y="4604000"/>
              <a:ext cx="9167400" cy="0"/>
            </a:xfrm>
            <a:prstGeom prst="straightConnector1">
              <a:avLst/>
            </a:prstGeom>
            <a:noFill/>
            <a:ln w="9525" cap="flat" cmpd="sng">
              <a:solidFill>
                <a:schemeClr val="dk1"/>
              </a:solidFill>
              <a:prstDash val="solid"/>
              <a:round/>
              <a:headEnd type="none" w="med" len="med"/>
              <a:tailEnd type="none" w="med" len="med"/>
            </a:ln>
          </p:spPr>
        </p:cxnSp>
        <p:cxnSp>
          <p:nvCxnSpPr>
            <p:cNvPr id="1266" name="Google Shape;1266;p53"/>
            <p:cNvCxnSpPr/>
            <p:nvPr/>
          </p:nvCxnSpPr>
          <p:spPr>
            <a:xfrm rot="10800000">
              <a:off x="-11700" y="536825"/>
              <a:ext cx="91674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241</TotalTime>
  <Words>623</Words>
  <Application>Microsoft Office PowerPoint</Application>
  <PresentationFormat>On-screen Show (16:9)</PresentationFormat>
  <Paragraphs>57</Paragraphs>
  <Slides>13</Slides>
  <Notes>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13</vt:i4>
      </vt:variant>
    </vt:vector>
  </HeadingPairs>
  <TitlesOfParts>
    <vt:vector size="25" baseType="lpstr">
      <vt:lpstr>Arial</vt:lpstr>
      <vt:lpstr>Trebuchet MS</vt:lpstr>
      <vt:lpstr>Poppins SemiBold</vt:lpstr>
      <vt:lpstr>Wingdings 2</vt:lpstr>
      <vt:lpstr>Times New Roman</vt:lpstr>
      <vt:lpstr>Poppins ExtraBold</vt:lpstr>
      <vt:lpstr>Poppins</vt:lpstr>
      <vt:lpstr>Outfit</vt:lpstr>
      <vt:lpstr>Söhne</vt:lpstr>
      <vt:lpstr>Wingdings</vt:lpstr>
      <vt:lpstr>Nunito Light</vt:lpstr>
      <vt:lpstr>Opulent</vt:lpstr>
      <vt:lpstr>Computational Linguistics and Natural Language Processing</vt:lpstr>
      <vt:lpstr>TEAM MEMBERS</vt:lpstr>
      <vt:lpstr>Slide 3</vt:lpstr>
      <vt:lpstr>INTRODUCTION</vt:lpstr>
      <vt:lpstr>FLOW CHART</vt:lpstr>
      <vt:lpstr>Slide 6</vt:lpstr>
      <vt:lpstr>Slide 7</vt:lpstr>
      <vt:lpstr>Discourse-Aware Techniques</vt:lpstr>
      <vt:lpstr>APPLICATIONS</vt:lpstr>
      <vt:lpstr>SAMPLE INPUT AND OUTPUT </vt:lpstr>
      <vt:lpstr>Slide 11</vt:lpstr>
      <vt:lpstr>CONCLUSION</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ABSTRACTIVE TEXT SUMMARIZATION</dc:title>
  <dc:creator>POLISETTY MANI SAI</dc:creator>
  <cp:lastModifiedBy>NICE</cp:lastModifiedBy>
  <cp:revision>9</cp:revision>
  <dcterms:modified xsi:type="dcterms:W3CDTF">2023-10-30T15:09:50Z</dcterms:modified>
</cp:coreProperties>
</file>